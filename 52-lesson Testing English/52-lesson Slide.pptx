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English</a:t>
            </a:r>
            <a:endParaRPr lang="en-US" sz="58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terminlari: bug testing, unit testing, integration testing va QA.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52-dars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qilish dasturning ishonchli ishlashini ta'minlaydi. unit test, integration test, QA kabi so'zlar test jarayonini tasvirlaydi. Bu darsda test terminlarini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Testing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[testing]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Sinov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52-dars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52-dars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[testing]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Sinov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test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[yunit test]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Bo'lak sinovi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test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[integreyshn test]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Birlashma sinovi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[kyu-ey]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Sifat nazorati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[bag]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Xato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O'tdi (muvaffaqiyatli)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[feyl]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O'tmadi (xato)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[kavarej]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Qamrov (test darajasi)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52-dars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"Write a unit test for this function."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funksiya uchun bo'lak sinovi yozing.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"All tests passed."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 sinovlar o'tdi.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"This test failed."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sinov o'tmadi.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52-dars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code ready?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tayyormi?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me run the tests.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Sinovlarni ishga tushiray.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Did they pass?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Ular o'tdimi?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Yes, all tests passed.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Ha, barcha sinovlar o'tdi.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52-dars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“Sinov”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«Bu funksiya uchun bo'lak sinovi yozing.»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Unit test · Integration test · QA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“Testing”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52-dars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«Testing English»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Unit test va Integration test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Testing English</dc:title>
  <dc:subject>PptxGenJS Presentation</dc:subject>
  <dc:creator>IT Shaharcha</dc:creator>
  <cp:lastModifiedBy>IT Shaharcha</cp:lastModifiedBy>
  <cp:revision>1</cp:revision>
  <dcterms:created xsi:type="dcterms:W3CDTF">2026-06-17T02:15:46Z</dcterms:created>
  <dcterms:modified xsi:type="dcterms:W3CDTF">2026-06-17T02:15:46Z</dcterms:modified>
</cp:coreProperties>
</file>