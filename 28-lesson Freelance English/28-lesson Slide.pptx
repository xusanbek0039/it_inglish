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Frilanser terminlari: client, project, deadline, revision, payment va muloqot.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Frilanser sifatida mijozlar bilan ingliz tilida muloqot qilasiz. project, deadline, revision, payment kabi so'zlar har bir loyihada uchraydi. Bu so'zlarni bilish ishonchli ishlashga yordam beradi.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[klaynt]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[klaynt]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[dedlayn]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 (oxirgi sana)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[rivijn]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Tuzatish (qayta ishlash)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[peyment]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[bajet]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 (mablag')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[skoup]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hajmi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[delivöri]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Topshirish (natija)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deadline for this project?"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loyihaning muddati qachon?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will send the first revision tomorrow."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tuzatishni ertaga yuboraman.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"Please confirm the payment."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Iltimos, to'lovni tasdiqlang.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can you deliver the work?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 qachon topshira olasan?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Friday, before the deadline.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Juma kuniga, muddatdan oldin.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make a small revision?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tuzatish qila olasanmi?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Sure, no problem.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Albatta, muammo yo'q.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“Mijoz”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 loyihaning muddati qachon?»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Project · Deadline · Revision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“Client”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«Freelance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Project va Deadline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Freelance English</dc:title>
  <dc:subject>PptxGenJS Presentation</dc:subject>
  <dc:creator>IT Shaharcha</dc:creator>
  <cp:lastModifiedBy>IT Shaharcha</cp:lastModifiedBy>
  <cp:revision>1</cp:revision>
  <dcterms:created xsi:type="dcterms:W3CDTF">2026-06-17T02:15:38Z</dcterms:created>
  <dcterms:modified xsi:type="dcterms:W3CDTF">2026-06-17T02:15:38Z</dcterms:modified>
</cp:coreProperties>
</file>