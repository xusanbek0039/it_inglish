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48840"/>
            <a:ext cx="274320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48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DARS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274320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548640" y="36118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7F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English</a:t>
            </a:r>
            <a:endParaRPr lang="en-US" sz="6400" dirty="0"/>
          </a:p>
        </p:txBody>
      </p:sp>
      <p:sp>
        <p:nvSpPr>
          <p:cNvPr id="13" name="Text 10"/>
          <p:cNvSpPr/>
          <p:nvPr/>
        </p:nvSpPr>
        <p:spPr>
          <a:xfrm>
            <a:off x="594360" y="4800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sohasida ingliz tilining o'rni, dasturchilar nega ingliz tilini bilishi shart va birinchi muhim terminlar bilan tanishuv.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94360" y="585216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5" name="Shape 12"/>
          <p:cNvSpPr/>
          <p:nvPr/>
        </p:nvSpPr>
        <p:spPr>
          <a:xfrm>
            <a:off x="978408" y="585216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6" name="Shape 13"/>
          <p:cNvSpPr/>
          <p:nvPr/>
        </p:nvSpPr>
        <p:spPr>
          <a:xfrm>
            <a:off x="1362456" y="585216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7" name="Shape 14"/>
          <p:cNvSpPr/>
          <p:nvPr/>
        </p:nvSpPr>
        <p:spPr>
          <a:xfrm>
            <a:off x="1746504" y="585216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Shape 15"/>
          <p:cNvSpPr/>
          <p:nvPr/>
        </p:nvSpPr>
        <p:spPr>
          <a:xfrm>
            <a:off x="2130552" y="585216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9" name="Shape 16"/>
          <p:cNvSpPr/>
          <p:nvPr/>
        </p:nvSpPr>
        <p:spPr>
          <a:xfrm>
            <a:off x="2514600" y="585216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20" name="Text 17"/>
          <p:cNvSpPr/>
          <p:nvPr/>
        </p:nvSpPr>
        <p:spPr>
          <a:xfrm>
            <a:off x="7955280" y="5806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6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English nima?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tushunchani va oddiy ingliz tilidan farqini anglaysiz.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kerak?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Dasturchi uchun ingliz tili nega zarurligini bilib olasiz.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Birinchi terminlar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ko'p uchraydigan 10+ IT so'zini yodlaysiz.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va suhbat ichida ishlatishni mashq qilasiz.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English nima?</a:t>
            </a:r>
            <a:endParaRPr lang="en-US" sz="26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English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 axborot texnologiyalari sohasida ishlatiladigan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maxsus ingliz tili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Bu oddiy suhbat tili emas, balki dasturlash, kompyuter va texnik hujjatlar bilan bog'liq professional so'z boyligi.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338328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6A2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 butunlay yangi til o'rganmaysiz — biladigan ingliz tilingizni IT olamiga moslashtirasiz. Bu esa ancha oson va qiziqarli!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4663440"/>
            <a:ext cx="6035040" cy="1325880"/>
          </a:xfrm>
          <a:prstGeom prst="roundRect">
            <a:avLst>
              <a:gd name="adj" fmla="val 6897"/>
            </a:avLst>
          </a:prstGeom>
          <a:solidFill>
            <a:srgbClr val="E9F6F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93776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480060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spc="100" kern="0" dirty="0">
                <a:solidFill>
                  <a:srgbClr val="00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DIQQAT
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0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xil so'z kontekstga qarab boshqacha ma'no beradi. So'zlarni kontekst bilan yodlang!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903720" y="1554480"/>
            <a:ext cx="4754880" cy="4434840"/>
          </a:xfrm>
          <a:prstGeom prst="roundRect">
            <a:avLst>
              <a:gd name="adj" fmla="val 2887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178040" y="1828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Bitta so'z — ikki dunyo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178040" y="23317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endParaRPr lang="en-US" sz="3400" dirty="0"/>
          </a:p>
        </p:txBody>
      </p:sp>
      <p:sp>
        <p:nvSpPr>
          <p:cNvPr id="14" name="Shape 10"/>
          <p:cNvSpPr/>
          <p:nvPr/>
        </p:nvSpPr>
        <p:spPr>
          <a:xfrm>
            <a:off x="7178040" y="315468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263680"/>
          </a:solidFill>
          <a:ln/>
        </p:spPr>
      </p:sp>
      <p:sp>
        <p:nvSpPr>
          <p:cNvPr id="15" name="Text 11"/>
          <p:cNvSpPr/>
          <p:nvPr/>
        </p:nvSpPr>
        <p:spPr>
          <a:xfrm>
            <a:off x="7406640" y="32918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Oddiy hayotda
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"yugurmoq"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178040" y="4434840"/>
            <a:ext cx="4206240" cy="1234440"/>
          </a:xfrm>
          <a:prstGeom prst="roundRect">
            <a:avLst>
              <a:gd name="adj" fmla="val 7407"/>
            </a:avLst>
          </a:prstGeom>
          <a:solidFill>
            <a:srgbClr val="E6007E"/>
          </a:solidFill>
          <a:ln/>
        </p:spPr>
      </p:sp>
      <p:sp>
        <p:nvSpPr>
          <p:cNvPr id="17" name="Text 13"/>
          <p:cNvSpPr/>
          <p:nvPr/>
        </p:nvSpPr>
        <p:spPr>
          <a:xfrm>
            <a:off x="7406640" y="457200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IT'da: run the program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"dasturni ishga tushirmoq"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1-dars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dasturchiga ingliz tili kerak?</a:t>
            </a:r>
            <a:endParaRPr lang="en-US" sz="26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Kod ingliz tilida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JS, HTML — barchasi inglizcha so'zlardan iborat.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Hujjatlar (docs)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yangi va to'liq qo'llanmalar avval ingliz tilida chiqadi.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Ish va daromad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Xalqaro buyurtmalar va yuqori maoshlar ingliz tilini talab qiladi.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Hamjamiyat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Overflow va GitHub'da yordam asosan inglizcha.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Internetdagi texnik kontentning ~60% dan ko'pi ingliz tilida — bilgan dasturchi ko'proq imkoniyatga ega.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IT terminlari</a:t>
            </a:r>
            <a:endParaRPr lang="en-US" sz="26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0876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804672" y="1810512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115568" y="1508760"/>
            <a:ext cx="2011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2880360" y="1508760"/>
            <a:ext cx="1371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[softver]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160520" y="1508760"/>
            <a:ext cx="1783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Dasturiy ta'minot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238658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804672" y="268833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115568" y="2386584"/>
            <a:ext cx="2011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2880360" y="2386584"/>
            <a:ext cx="1371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[xardver]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160520" y="2386584"/>
            <a:ext cx="1783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Qurilma, jihoz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326440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804672" y="356616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115568" y="3264408"/>
            <a:ext cx="2011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2880360" y="3264408"/>
            <a:ext cx="1371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[koud]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160520" y="3264408"/>
            <a:ext cx="1783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Dasturchi yozadigan buyruqlar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48640" y="4142232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804672" y="4443984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115568" y="4142232"/>
            <a:ext cx="2011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2880360" y="4142232"/>
            <a:ext cx="1371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[prougram]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4160520" y="4142232"/>
            <a:ext cx="1783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Dastur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548640" y="502005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804672" y="5321808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1115568" y="5020056"/>
            <a:ext cx="2011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2880360" y="5020056"/>
            <a:ext cx="1371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[divelopar]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4160520" y="5020056"/>
            <a:ext cx="1783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Dasturchi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6537960" y="150876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93992" y="1810512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104888" y="1508760"/>
            <a:ext cx="2011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</a:t>
            </a:r>
            <a:endParaRPr lang="en-US" sz="1700" dirty="0"/>
          </a:p>
        </p:txBody>
      </p:sp>
      <p:sp>
        <p:nvSpPr>
          <p:cNvPr id="34" name="Text 31"/>
          <p:cNvSpPr/>
          <p:nvPr/>
        </p:nvSpPr>
        <p:spPr>
          <a:xfrm>
            <a:off x="8869680" y="1508760"/>
            <a:ext cx="1371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[bag]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10149840" y="1508760"/>
            <a:ext cx="1783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Xatolik / kamchilik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6537960" y="238658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93992" y="268833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104888" y="2386584"/>
            <a:ext cx="2011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</a:t>
            </a:r>
            <a:endParaRPr lang="en-US" sz="1700" dirty="0"/>
          </a:p>
        </p:txBody>
      </p:sp>
      <p:sp>
        <p:nvSpPr>
          <p:cNvPr id="39" name="Text 36"/>
          <p:cNvSpPr/>
          <p:nvPr/>
        </p:nvSpPr>
        <p:spPr>
          <a:xfrm>
            <a:off x="8869680" y="2386584"/>
            <a:ext cx="1371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[fiks]</a:t>
            </a:r>
            <a:endParaRPr lang="en-US" sz="1250" dirty="0"/>
          </a:p>
        </p:txBody>
      </p:sp>
      <p:sp>
        <p:nvSpPr>
          <p:cNvPr id="40" name="Text 37"/>
          <p:cNvSpPr/>
          <p:nvPr/>
        </p:nvSpPr>
        <p:spPr>
          <a:xfrm>
            <a:off x="10149840" y="2386584"/>
            <a:ext cx="1783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Tuzatmoq</a:t>
            </a:r>
            <a:endParaRPr lang="en-US" sz="1250" dirty="0"/>
          </a:p>
        </p:txBody>
      </p:sp>
      <p:sp>
        <p:nvSpPr>
          <p:cNvPr id="41" name="Shape 38"/>
          <p:cNvSpPr/>
          <p:nvPr/>
        </p:nvSpPr>
        <p:spPr>
          <a:xfrm>
            <a:off x="6537960" y="326440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93992" y="356616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104888" y="3264408"/>
            <a:ext cx="2011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</a:t>
            </a:r>
            <a:endParaRPr lang="en-US" sz="1700" dirty="0"/>
          </a:p>
        </p:txBody>
      </p:sp>
      <p:sp>
        <p:nvSpPr>
          <p:cNvPr id="44" name="Text 41"/>
          <p:cNvSpPr/>
          <p:nvPr/>
        </p:nvSpPr>
        <p:spPr>
          <a:xfrm>
            <a:off x="8869680" y="3264408"/>
            <a:ext cx="1371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[ran]</a:t>
            </a:r>
            <a:endParaRPr lang="en-US" sz="1250" dirty="0"/>
          </a:p>
        </p:txBody>
      </p:sp>
      <p:sp>
        <p:nvSpPr>
          <p:cNvPr id="45" name="Text 42"/>
          <p:cNvSpPr/>
          <p:nvPr/>
        </p:nvSpPr>
        <p:spPr>
          <a:xfrm>
            <a:off x="10149840" y="3264408"/>
            <a:ext cx="1783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Ishga tushirmoq</a:t>
            </a:r>
            <a:endParaRPr lang="en-US" sz="1250" dirty="0"/>
          </a:p>
        </p:txBody>
      </p:sp>
      <p:sp>
        <p:nvSpPr>
          <p:cNvPr id="46" name="Shape 43"/>
          <p:cNvSpPr/>
          <p:nvPr/>
        </p:nvSpPr>
        <p:spPr>
          <a:xfrm>
            <a:off x="6537960" y="4142232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7" name="Shape 44"/>
          <p:cNvSpPr/>
          <p:nvPr/>
        </p:nvSpPr>
        <p:spPr>
          <a:xfrm>
            <a:off x="6793992" y="4443984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48" name="Text 45"/>
          <p:cNvSpPr/>
          <p:nvPr/>
        </p:nvSpPr>
        <p:spPr>
          <a:xfrm>
            <a:off x="7104888" y="4142232"/>
            <a:ext cx="2011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</a:t>
            </a:r>
            <a:endParaRPr lang="en-US" sz="1700" dirty="0"/>
          </a:p>
        </p:txBody>
      </p:sp>
      <p:sp>
        <p:nvSpPr>
          <p:cNvPr id="49" name="Text 46"/>
          <p:cNvSpPr/>
          <p:nvPr/>
        </p:nvSpPr>
        <p:spPr>
          <a:xfrm>
            <a:off x="8869680" y="4142232"/>
            <a:ext cx="1371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[fayl]</a:t>
            </a:r>
            <a:endParaRPr lang="en-US" sz="1250" dirty="0"/>
          </a:p>
        </p:txBody>
      </p:sp>
      <p:sp>
        <p:nvSpPr>
          <p:cNvPr id="50" name="Text 47"/>
          <p:cNvSpPr/>
          <p:nvPr/>
        </p:nvSpPr>
        <p:spPr>
          <a:xfrm>
            <a:off x="10149840" y="4142232"/>
            <a:ext cx="1783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</a:t>
            </a:r>
            <a:endParaRPr lang="en-US" sz="1250" dirty="0"/>
          </a:p>
        </p:txBody>
      </p:sp>
      <p:sp>
        <p:nvSpPr>
          <p:cNvPr id="51" name="Shape 48"/>
          <p:cNvSpPr/>
          <p:nvPr/>
        </p:nvSpPr>
        <p:spPr>
          <a:xfrm>
            <a:off x="6537960" y="502005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52" name="Shape 49"/>
          <p:cNvSpPr/>
          <p:nvPr/>
        </p:nvSpPr>
        <p:spPr>
          <a:xfrm>
            <a:off x="6793992" y="5321808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53" name="Text 50"/>
          <p:cNvSpPr/>
          <p:nvPr/>
        </p:nvSpPr>
        <p:spPr>
          <a:xfrm>
            <a:off x="7104888" y="5020056"/>
            <a:ext cx="2011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</a:t>
            </a:r>
            <a:endParaRPr lang="en-US" sz="1700" dirty="0"/>
          </a:p>
        </p:txBody>
      </p:sp>
      <p:sp>
        <p:nvSpPr>
          <p:cNvPr id="54" name="Text 51"/>
          <p:cNvSpPr/>
          <p:nvPr/>
        </p:nvSpPr>
        <p:spPr>
          <a:xfrm>
            <a:off x="8869680" y="5020056"/>
            <a:ext cx="1371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[apdeyt]</a:t>
            </a:r>
            <a:endParaRPr lang="en-US" sz="1250" dirty="0"/>
          </a:p>
        </p:txBody>
      </p:sp>
      <p:sp>
        <p:nvSpPr>
          <p:cNvPr id="55" name="Text 52"/>
          <p:cNvSpPr/>
          <p:nvPr/>
        </p:nvSpPr>
        <p:spPr>
          <a:xfrm>
            <a:off x="10149840" y="5020056"/>
            <a:ext cx="1783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Yangilamoq</a:t>
            </a:r>
            <a:endParaRPr lang="en-US" sz="1250" dirty="0"/>
          </a:p>
        </p:txBody>
      </p:sp>
      <p:sp>
        <p:nvSpPr>
          <p:cNvPr id="56" name="Text 5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1-dars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6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"Let’s run the program."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Keling, dasturni ishga tushiraylik.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"There is a bug in the code."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Kodda xatolik bor.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need to fix this and update the software."</a:t>
            </a:r>
            <a:endParaRPr lang="en-US" sz="20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Buni tuzatib, dasturni yangilashim kerak.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 (Dialogue)</a:t>
            </a:r>
            <a:endParaRPr lang="en-US" sz="26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Ikki dasturchi orasidagi oddiy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Hi! Are you a developer?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Salom! Sen dasturchimisan?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Yes, I write code every day.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Ha, men har kuni kod yozaman.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 is a bug in my program. Can you help?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Dasturimda xatolik bor. Yordam bera olasanmi?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Sure! Let’s run it and fix the bug together.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Albatta! Ishga tushirib, birga tuzatamiz.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6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person who writes code is a ______.”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Tarjima: «Dasturni ishga tushiring.» → ________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Bug · Update · File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want to be a ______ because ______.”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10 ta terminni daftaringizga yozing va har biri bilan bittadan inglizcha gap tuzing.</a:t>
            </a:r>
            <a:endParaRPr lang="en-US" sz="155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English — IT sohasining maxsus professional tili.</a:t>
            </a:r>
            <a:endParaRPr lang="en-US" sz="165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bilan yodlang, alohida emas.</a:t>
            </a:r>
            <a:endParaRPr lang="en-US" sz="165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5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kuni 5–10 ta yangi termin = bir oyda kuchli baza.</a:t>
            </a:r>
            <a:endParaRPr lang="en-US" sz="165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Keyingi dars: Basic Computer Vocabulary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IT English</dc:title>
  <dc:subject>PptxGenJS Presentation</dc:subject>
  <dc:creator>IT Shaharcha</dc:creator>
  <cp:lastModifiedBy>IT Shaharcha</cp:lastModifiedBy>
  <cp:revision>1</cp:revision>
  <dcterms:created xsi:type="dcterms:W3CDTF">2026-06-17T01:52:15Z</dcterms:created>
  <dcterms:modified xsi:type="dcterms:W3CDTF">2026-06-17T01:52:15Z</dcterms:modified>
</cp:coreProperties>
</file>