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terminlari: dataset, analysis, visualization va prediction.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ma'lumotdan bilim chiqaradi. dataset, analysis, visualization kabi so'zlar bu sohaning tilidir. Bu darsda data science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[deytaset]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to'plami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[analizis]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[vijualizeyshn]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Vizuallashtirish (grafik)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[predikshn]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Bashorat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[petern]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Naqsh (qonuniyat)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[sampl]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[insayt]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(anglash)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"Analyze the dataset carefully."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to'plamini diqqat bilan tahlil qiling.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visualization of the data."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Ma'lumotning grafigini yarating.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model makes a prediction."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bashorat qiladi.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data scientists do?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olimlari nima qiladi?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analyze data.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 ma'lumotni tahlil qiladi.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patterns and insights.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Qonuniyat va xulosa topish uchun.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“Ma'lumot”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«Ma'lumotlar to'plamini diqqat bilan tahlil qiling.»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Dataset · Analysis · Visualization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«Data Science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Dataset va Analysis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