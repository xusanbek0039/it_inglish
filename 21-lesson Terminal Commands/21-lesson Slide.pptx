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Commands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buyruqlari: cd, dir, mkdir, touch, npm install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buyruqlar orqali kompyuterni boshqarish vositasi. cd, mkdir, ls kabi buyruqlar har bir dasturchining qurolidir. Bu darsda asosiy terminal buyruqlarini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[komand]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[komand]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[direktori]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/ papka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 (change dir)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[si-di]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Papkaga o'tish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mkdir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[meyk-dir]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yaratish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(ls)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Ro'yxatni ko'rsatish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[instol]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[path]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(manzil)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"Change to the project directory."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papkasiga o'ting.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a new folder with mkdir."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bilan yangi papka yarating.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"Run npm install to get the packages."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Paketlarni olish uchun npm install bajaring.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go into a folder?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Papkaga qanday kiraman?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cd command.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buyrug'idan foydalan.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see the files?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qanday ko'raman?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ls and press enter.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yozib, enter bos.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“Buyruq”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«Loyiha papkasiga o'ting.»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Directory · cd (change dir) · mkdir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“Command”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«Terminal Commands»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Command, Directory va cd (change dir)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Terminal Commands</dc:title>
  <dc:subject>PptxGenJS Presentation</dc:subject>
  <dc:creator>IT Shaharcha</dc:creator>
  <cp:lastModifiedBy>IT Shaharcha</cp:lastModifiedBy>
  <cp:revision>1</cp:revision>
  <dcterms:created xsi:type="dcterms:W3CDTF">2026-06-17T02:15:31Z</dcterms:created>
  <dcterms:modified xsi:type="dcterms:W3CDTF">2026-06-17T02:15:31Z</dcterms:modified>
</cp:coreProperties>
</file>