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Developer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terminlari: server, database, API integration, authentication.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40-dars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dasturchi ko'rinmaydigan, lekin muhim qismni — server va ma'lumotlar bazasini boshqaradi. authentication, API, database kabi so'zlar uning ishida doimo uchraydi.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[bekend]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Ko'rinmaydigan qism (server)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40-dars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40-dars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[bekend]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Ko'rinmaydigan qism (server)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[server]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[deytabeys]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[otentikeyshn]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Shaxsni tasdiqlash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[endpoint]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nuqtasi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[lojik]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Mantiq (ish qoidasi)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[kveri]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(bazaga)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[sikyuriti]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40-dars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server handles the logic."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mantiqni boshqaradi.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authentication to the API."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API'ga shaxs tasdiqlashni qo'shing.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"Query the database for users."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 uchun bazaga so'rov yuboring.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40-dars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login check happen?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tekshiruvi qayerda bo'ladi?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backend server.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serverda.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secure?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xavfsizmi?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we use authentication.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shaxs tasdiqlashdan foydalanamiz.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40-dars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“Ko'rinmaydigan qism (server)”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«Server mantiqni boshqaradi.»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Server · Database · Authentication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“Backend”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40-dars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«Backend Developer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Server va Database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Developer English</dc:title>
  <dc:subject>PptxGenJS Presentation</dc:subject>
  <dc:creator>IT Shaharcha</dc:creator>
  <cp:lastModifiedBy>IT Shaharcha</cp:lastModifiedBy>
  <cp:revision>1</cp:revision>
  <dcterms:created xsi:type="dcterms:W3CDTF">2026-06-17T02:15:39Z</dcterms:created>
  <dcterms:modified xsi:type="dcterms:W3CDTF">2026-06-17T02:15:39Z</dcterms:modified>
</cp:coreProperties>
</file>