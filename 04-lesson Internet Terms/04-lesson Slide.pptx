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Terms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va brauzer terminlari: browser, website, URL, download, upload va boshqalar.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bugungi ishimizning ajralmas qismi. Brauzer, sayt, qidiruv tizimi kabi tushunchalarning inglizcha nomlari har kuni kerak bo'ladi. Bu darsda internet bilan ishlashdagi asosiy terminlarni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[brauzer]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 (sayt ochuvchi dastur)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[brauzer]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 (sayt ochuvchi dastur)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[vebsayt]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Veb-sayt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engine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[serch enjin]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 tizimi (Google)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[yu-ar-el]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 manzili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[daunloud]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Yuklab olish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[aploud]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Yuklash (serverga)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[tab]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 oynasi (bo'lim)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Havola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"Open the website in your browser."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Saytni brauzeringizda oching.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"Download the file from this link."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Faylni shu havoladan yuklab oling.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"Type the URL in the address bar."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Manzilni manzil satriga yozing.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I find this information?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ma'lumotni qanday topaman?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search engine like Google.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kabi qidiruv tizimidan foydalan.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I download the file?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Faylni yuklab olaymi?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click the download link.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yuklash havolasini bos.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“Brauzer (sayt ochuvchi dastur)”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«Saytni brauzeringizda oching.»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Website · Search engine · URL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“Browser”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«Internet Terms»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Website va Search engine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Terms</dc:title>
  <dc:subject>PptxGenJS Presentation</dc:subject>
  <dc:creator>IT Shaharcha</dc:creator>
  <cp:lastModifiedBy>IT Shaharcha</cp:lastModifiedBy>
  <cp:revision>1</cp:revision>
  <dcterms:created xsi:type="dcterms:W3CDTF">2026-06-17T02:15:29Z</dcterms:created>
  <dcterms:modified xsi:type="dcterms:W3CDTF">2026-06-17T02:15:29Z</dcterms:modified>
</cp:coreProperties>
</file>