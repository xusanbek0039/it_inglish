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&amp; Portfolio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Rezyume yozish, portfolio tayyorlash va o'zini tanishtirish.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va portfolio ishga kirishda sizning yuzingiz. experience, skills, projects kabi so'zlar har bir rezyumeda bo'ladi. Bu darsda CV va portfolio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/ CV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[rezyume]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Tarjimai hol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/ CV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[rezyume]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Tarjimai hol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[portfolio]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Ishlar to'plami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[ikspiriens]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[achivment]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[edyukeyshn]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Tavsiyanoma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"List your skills clearly."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Ko'nikmalaringizni aniq yozing.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your best projects to the portfolio."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yaxshi loyihalarni portfolioga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CV shows three years of experience."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 CV'm uch yillik tajribani ko'rsatadi.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I put in my CV?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CV'mga nima qo'shay?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skills and experience.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 va tajribangni.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my projects?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Loyihalarim-chi?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them in your portfolio.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Ularni portfolioga qo'y.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“Tarjimai hol”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«Ko'nikmalaringizni aniq yozing.»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Portfolio · Experience · Skill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/ CV”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«CV &amp; Portfolio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CV, Portfolio va Experience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&amp; Portfolio English</dc:title>
  <dc:subject>PptxGenJS Presentation</dc:subject>
  <dc:creator>IT Shaharcha</dc:creator>
  <cp:lastModifiedBy>IT Shaharcha</cp:lastModifiedBy>
  <cp:revision>1</cp:revision>
  <dcterms:created xsi:type="dcterms:W3CDTF">2026-06-17T02:15:48Z</dcterms:created>
  <dcterms:modified xsi:type="dcterms:W3CDTF">2026-06-17T02:15:48Z</dcterms:modified>
</cp:coreProperties>
</file>