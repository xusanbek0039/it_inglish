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YouTube Creator English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terminlari: thumbnail, subscribers, monetization va views.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60-dars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kontent yaratuvchilar uchun katta platforma. thumbnail, subscribers, monetization kabi so'zlar bloggerlar tilidir. Bu darsda YouTube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Thumbnail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[sambneyl]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Muqova rasmi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60-dars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60-dars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Thumbnail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[sambneyl]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Muqova rasmi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Subscriber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[sabskrayber]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Obunachi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Monetization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[monitayzeyshn]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Daromad olish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[vyu]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Ko'rishlar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[chanel]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[aploud]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Yuklash (video)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[koment]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Izoh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[algoritm]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 (tavsiya tizimi)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60-dars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"Make an eye-catching thumbnail."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Diqqat tortuvchi muqova yasang.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video got many views."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ko'p ko'rildi.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"Enable monetization on your channel."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Kanalingizda daromadni yoqing.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60-dars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are my videos not growing?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videolarim o'smayapti?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thumbnails are weak.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Muqovalaring kuchsiz.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earn money?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Qanday pul ishlayman?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on monetization.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Daromadni yoq.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60-dars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“Muqova rasmi”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«Diqqat tortuvchi muqova yasang.»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Subscriber · Monetization · View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“Thumbnail”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60-dars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«YouTube Creator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Thumbnail, Subscriber va Monetization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YouTube Creator English</dc:title>
  <dc:subject>PptxGenJS Presentation</dc:subject>
  <dc:creator>IT Shaharcha</dc:creator>
  <cp:lastModifiedBy>IT Shaharcha</cp:lastModifiedBy>
  <cp:revision>1</cp:revision>
  <dcterms:created xsi:type="dcterms:W3CDTF">2026-06-17T02:15:47Z</dcterms:created>
  <dcterms:modified xsi:type="dcterms:W3CDTF">2026-06-17T02:15:47Z</dcterms:modified>
</cp:coreProperties>
</file>