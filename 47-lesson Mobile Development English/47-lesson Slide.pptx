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Development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ishlab chiqish: Android Studio, APK, emulator, build va release.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 yaratish maxsus vositalar talab qiladi. Android Studio, APK, emulator kabi so'zlar mobil dasturchining ishida uchraydi. Bu darsda mobil ishlab chiqish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Studio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[android studio]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dasturi muhiti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Studio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[android studio]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dasturi muhiti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[ey-pi-key]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ilova fayli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Emulator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[emyuleytor]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Taqlidchi (virtual telefon)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Yig'ish (ilovani)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[riliz]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[divays]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[es-di-key]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to'plami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[permishn]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Ruxsat (ilova uchun)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"Build the APK for testing."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 uchun APK yig'ing.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"Run the app on the emulator."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Ilovani emulyatorda ishga tushiring.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app needs camera permission."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Ilovaga kamera ruxsati kerak.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test the app?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Ilovani qanday sinab ko'raman?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on an emulator.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emulyatorda ishga tushir.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on a real phone?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telefonda-chi?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APK and install it.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yig'ib, o'rnat.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“Android dasturi muhiti”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«Sinov uchun APK yig'ing.»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APK · Emulator · Build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“Android Studio”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«Mobile Development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APK va Emulator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Development English</dc:title>
  <dc:subject>PptxGenJS Presentation</dc:subject>
  <dc:creator>IT Shaharcha</dc:creator>
  <cp:lastModifiedBy>IT Shaharcha</cp:lastModifiedBy>
  <cp:revision>1</cp:revision>
  <dcterms:created xsi:type="dcterms:W3CDTF">2026-06-17T02:15:45Z</dcterms:created>
  <dcterms:modified xsi:type="dcterms:W3CDTF">2026-06-17T02:15:45Z</dcterms:modified>
</cp:coreProperties>
</file>