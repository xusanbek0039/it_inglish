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&amp; Domain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terminlari: hosting, domain, DNS, SSL, cPanel va bandwidth.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Saytni internetga joylashtirish uchun hosting va domen kerak. SSL xavfsizlikni, bandwidth tezlikni belgilaydi. Bu darsda hosting va domen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[hosting]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 xizmati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[hosting]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 xizmati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[domeyn]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(sayt nomi)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[di-en-es]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tizimi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[es-es-el]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sertifikati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[bendvidth]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O'tkazuvchanlik (tezlik)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[server]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Subdomain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[sabdomeyn]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Quyi domen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[rinyu]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Yangilash (muddatni)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bought a new domain."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yangi domen sotib oldim.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site needs SSL for security."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Saytga xavfsizlik uchun SSL kerak.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"Renew the hosting plan."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rejasini yangilang.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publish my website?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Saytimni qanday joylashtiraman?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hosting and a domain.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Senga hosting va domen kerak.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security?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 SSL certificate.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sertifikat qo'sh.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“Joylashtirish xizmati”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«Men yangi domen sotib oldim.»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Domain · DNS · SSL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“Hosting”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«Hosting &amp; Domain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Domain va DNS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Hosting &amp; Domain English</dc:title>
  <dc:subject>PptxGenJS Presentation</dc:subject>
  <dc:creator>IT Shaharcha</dc:creator>
  <cp:lastModifiedBy>IT Shaharcha</cp:lastModifiedBy>
  <cp:revision>1</cp:revision>
  <dcterms:created xsi:type="dcterms:W3CDTF">2026-06-17T02:15:39Z</dcterms:created>
  <dcterms:modified xsi:type="dcterms:W3CDTF">2026-06-17T02:15:39Z</dcterms:modified>
</cp:coreProperties>
</file>