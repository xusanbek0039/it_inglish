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English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interfeysi va menyulari: extension, terminal, explorer, debug va boshqalar.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20-dars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— dasturchilar eng ko'p ishlatadigan muharrir. Uning menyulari va funksiyalari inglizcha: extension, terminal, explorer. Bu so'zlarni bilish ish tezligini oshiradi.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[ikstenshn]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Kengaytma (qo'shimcha)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20-dars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20-dars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[ikstenshn]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Kengaytma (qo'shimcha)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[terminal]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Buyruqlar oynasi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[iksplorer]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 paneli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[editor]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Tahrirlovchi (matn maydoni)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[saydbar]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 panel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[komand]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Buyruq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[sim]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 (rang sxemasi)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[verkspeys]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maydoni (loyiha)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20-dars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"Install this extension."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kengaytmani o'rnating.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"Open the integrated terminal."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Ichki terminalni oching.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"Change the editor theme."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Tahrirlovchi mavzusini o'zgartiring.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20-dars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run commands in VS Code?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Code'da buyruqlarni qanday ishga tushiraman?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terminal.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Terminalni och.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my files?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Fayllarim qayerda?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explorer on the left.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Chapdagi explorer'da.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20-dars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“Kengaytma (qo'shimcha)”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«Bu kengaytmani o'rnating.»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Terminal · Explorer · Editor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“Extension”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20-dars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«VS Code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Extension, Terminal va Explorer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 Code English</dc:title>
  <dc:subject>PptxGenJS Presentation</dc:subject>
  <dc:creator>IT Shaharcha</dc:creator>
  <cp:lastModifiedBy>IT Shaharcha</cp:lastModifiedBy>
  <cp:revision>1</cp:revision>
  <dcterms:created xsi:type="dcterms:W3CDTF">2026-06-17T02:15:31Z</dcterms:created>
  <dcterms:modified xsi:type="dcterms:W3CDTF">2026-06-17T02:15:31Z</dcterms:modified>
</cp:coreProperties>
</file>