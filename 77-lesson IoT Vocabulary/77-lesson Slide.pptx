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Vocabulary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 qurilmalar va IoT texnologiyalariga oid inglizcha terminlar.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— internetga ulangan aqlli qurilmalar dunyosi. smart device, sensor, connected kabi so'zlar bu sohaning tilidir. Bu darsda IoT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[ay-ou-ti]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Buyumlar interneti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[ay-ou-ti]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Buyumlar interneti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device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[smart divays]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 qurilma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[sensor]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Sezgich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[konektid]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Ulangan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[klaud]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[rimout]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Masofadan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[otomeyshn]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"Smart devices connect to the internet."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 qurilmalar internetga ulanadi.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sensor sends data to the cloud."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Sezgich ma'lumotni bulutga yuboradi.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"Control the lights remotely."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Chiroqlarni masofadan boshqaring.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IoT?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nima?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connected to the internet.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ulangan qurilmalar.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smart lamp?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 lampa kabimi?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you control it remotely.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uni masofadan boshqarasan.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“Buyumlar interneti”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«Aqlli qurilmalar internetga ulanadi.»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Smart device · Sensor · Connected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“IoT”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«IoT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Smart device va Sensor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Vocabulary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