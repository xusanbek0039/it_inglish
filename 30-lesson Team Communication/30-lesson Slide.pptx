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Communication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jarayonidagi iboralar: teamwork, meeting, task, update, report va muloqot.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30-dars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Jamoada ishlash uchun aniq muloqot kerak. meeting, task, update, report kabi so'zlar kundalik ish suhbatlarida doimo uchraydi. Bu darsda jamoaviy muloqot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[tim]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30-dars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30-dars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[tim]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[miting]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Yig'ilish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[task]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[apdeyt]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Yangilik / hisobot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[riport]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[dedlayn]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Muddat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[progres]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 / siljish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[fidbek]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Fikr-mulohaza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30-dars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"Let's have a quick meeting."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Keling, qisqa yig'ilish o'tkazamiz.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the status of your task?"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Vazifangiz holati qanday?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"Give me an update tomorrow."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Ertaga menga yangilik bering.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30-dars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the task going?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 qanday ketyapti?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Good, I'm almost done.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Yaxshi, deyarli tugatdim.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me a report later.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Keyinroq hisobot yubor.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Sure, in the evening.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Albatta, kechqurun.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30-dars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“Jamoa”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«Keling, qisqa yig'ilish o'tkazamiz.»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Meeting · Task · Update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“Team”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30-dars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«Team Communication»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Meeting va Task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Communication</dc:title>
  <dc:subject>PptxGenJS Presentation</dc:subject>
  <dc:creator>IT Shaharcha</dc:creator>
  <cp:lastModifiedBy>IT Shaharcha</cp:lastModifiedBy>
  <cp:revision>1</cp:revision>
  <dcterms:created xsi:type="dcterms:W3CDTF">2026-06-17T02:15:38Z</dcterms:created>
  <dcterms:modified xsi:type="dcterms:W3CDTF">2026-06-17T02:15:38Z</dcterms:modified>
</cp:coreProperties>
</file>