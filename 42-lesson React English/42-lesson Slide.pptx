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English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terminlari: component, props, state, hook, render va routing.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42-dars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interfeys yaratuvchi mashhur kutubxona. component, props, state, hook kabi so'zlar React'ning asosidir. Bu darsda React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[komponent]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 (bo'lak)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42-dars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42-dars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[komponent]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 (bo'lak)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[props]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Uzatiladigan ma'lumot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[steyt]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Holat (ichki ma'lumot)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[huk]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Ilgak (useState kabi)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[render]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Chizish / ko'rsatish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[routing]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Sahifalararo o'tish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[ifekt]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 ta'sir (useEffect)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[render]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chizish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42-dars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"Pass the data through props."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props orqali uzating.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state changed, so it re-renders."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Holat o'zgardi, shuning uchun qayta chiziladi.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"Use a hook to manage state."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Holatni boshqarish uchun hook ishlating.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42-dars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share data between components?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Komponentlar orasida ma'lumotni qanday ulashaman?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it as props.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props sifatida uzat.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dynamic data?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O'zgaruvchan ma'lumot-chi?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it in state.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state'da saqla.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42-dars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“Komponent (bo'lak)”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«Ma'lumotni props orqali uzating.»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Props · State · Hook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“Component”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42-dars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«React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Component, Props va State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English</dc:title>
  <dc:subject>PptxGenJS Presentation</dc:subject>
  <dc:creator>IT Shaharcha</dc:creator>
  <cp:lastModifiedBy>IT Shaharcha</cp:lastModifiedBy>
  <cp:revision>1</cp:revision>
  <dcterms:created xsi:type="dcterms:W3CDTF">2026-06-17T02:15:40Z</dcterms:created>
  <dcterms:modified xsi:type="dcterms:W3CDTF">2026-06-17T02:15:40Z</dcterms:modified>
</cp:coreProperties>
</file>