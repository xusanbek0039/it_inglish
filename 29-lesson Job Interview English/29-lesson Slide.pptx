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Interview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ish suhbati uchun savol-javoblar va o'zini tanishtirish iboralari.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29-dars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sohasida ish topish uchun ingliz tilida suhbat berishingiz mumkin. O'zingizni tanishtirish, tajriba haqida gapirish muhim. Bu darsda ish suhbati uchun foydali iboralarni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[intervyu]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(ish uchun)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29-dars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29-dars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[intervyu]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(ish uchun)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[ikspiriens]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[skil]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Ko'nikma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/ CV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[rezyume]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Tarjimai hol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[pozishn]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Lavozim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[salöri]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[strength]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tomon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Teamwork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[timverk]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Jamoaviy 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29-dars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"Tell me about yourself."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O'zingiz haqingizda gapiring.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have three years of experience."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 uch yillik tajribam bor.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am good at teamwork."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jamoaviy ishda yaxshiman.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29-dars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me about your experience.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Tajribangiz haqida gapiring.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worked as a frontend developer for two years.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ikki yil frontend dasturchi bo'lib ishladim.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your strengths?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tomonlaringiz nima?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learn fast and work in a team well.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o'rganaman va jamoada yaxshi ishlayman.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29-dars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“Suhbat (ish uchun)”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«O'zingiz haqingizda gapiring.»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Experience · Skill · Resume / CV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“Interview”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29-dars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«Job Interview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Interview, Experience va Skill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Interview English</dc:title>
  <dc:subject>PptxGenJS Presentation</dc:subject>
  <dc:creator>IT Shaharcha</dc:creator>
  <cp:lastModifiedBy>IT Shaharcha</cp:lastModifiedBy>
  <cp:revision>1</cp:revision>
  <dcterms:created xsi:type="dcterms:W3CDTF">2026-06-17T02:15:38Z</dcterms:created>
  <dcterms:modified xsi:type="dcterms:W3CDTF">2026-06-17T02:15:38Z</dcterms:modified>
</cp:coreProperties>
</file>