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&amp; AI Tools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servislar bilan ishlash terminlari va amaliy gaplar.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va boshqa AI vositalari ishimizni tezlashtiradi. generate, summarize, explain kabi so'zlar AI bilan muloqotda ishlatiladi. Bu darsda AI vositalari bilan ishlash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[jenereyt]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 (matn/kod)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[jenereyt]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 (matn/kod)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[samarayz]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Qisqacha bayon qilish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[ikspleyn]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Tushuntirish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[transleyt]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[rirayt]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yozish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[sajest]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Taklif qilish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[imprув]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Yaxshilash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"Generate a list of ideas."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G'oyalar ro'yxatini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"Summarize this article for me."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maqolani men uchun qisqartiring.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this code step by step."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kodni qadam-baqadam tushuntiring.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AI help me write code?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menga kod yozishda yordam beradimi?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just ask it to generate code.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undan kod yaratishni so'ra.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it explain it too?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tushuntira oladimi ham?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course, ask it to explain.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Albatta, tushuntirishni so'ra.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“Yaratish (matn/kod)”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«G'oyalar ro'yxatini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Summarize · Explain · Translate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50-dars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«ChatGPT &amp; AI Tools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Summarize va Explain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&amp; AI Tools English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