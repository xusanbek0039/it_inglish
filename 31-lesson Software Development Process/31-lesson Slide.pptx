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Development Process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chiqish bosqichlari: planning, testing, deployment, production va release.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31-dars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 yaratish bir necha bosqichdan iborat: rejalashtirish, kodlash, test qilish, joylashtirish. planning, testing, deployment kabi so'zlar bu jarayonni tasvirlaydi. Bu darsda ishlab chiqish bosqichlarini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Planning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Rejalashtirish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31-dars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31-dars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[planning]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Rejalashtirish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[divelopment]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Ishlab chiqish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[testing]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[diploiment]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Joylashtirish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[prodakshn]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Ishchi muhit (real)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[riliz]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Chiqarish (versiya)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[vörshn]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Versiya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[ficher]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Imkoniyat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31-dars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are in the testing phase."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sinov bosqichidamiz.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"Deploy the app to production."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Ilovani ishchi muhitga joylashtiring.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new version will be released soon."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versiya tez orada chiqadi.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31-dars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feature ready?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 tayyormi?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Almost, we are testing it.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Deyarli, sinab ko'ryapmiz.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 we deploy?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Qachon joylashtiramiz?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testing is done.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 tugagach.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31-dars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“Rejalashtirish”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«Biz sinov bosqichidamiz.»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Development · Testing · Deployment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“Planning”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31-dars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«Software Development Process»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Development va Testing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Development Process</dc:title>
  <dc:subject>PptxGenJS Presentation</dc:subject>
  <dc:creator>IT Shaharcha</dc:creator>
  <cp:lastModifiedBy>IT Shaharcha</cp:lastModifiedBy>
  <cp:revision>1</cp:revision>
  <dcterms:created xsi:type="dcterms:W3CDTF">2026-06-17T02:15:38Z</dcterms:created>
  <dcterms:modified xsi:type="dcterms:W3CDTF">2026-06-17T02:15:38Z</dcterms:modified>
</cp:coreProperties>
</file>