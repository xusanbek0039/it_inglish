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Commands English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buyruqlari: sudo, apt, update, install, remove va package.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37-dars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— serverlar va dasturchilar sevimli tizimi. sudo, apt, install kabi buyruqlar terminal orqali tizimni boshqaradi. Bu darsda Linux buyruqlarini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[sudo]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huquqi bilan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37-dars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37-dars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Sudo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[sudo]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huquqi bilan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[pakij]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 (dastur to'plami)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[apdeyt]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Yangilash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[instol]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O'rnatish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[rimuv]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O'chirish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Permission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[permishn]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Ruxsat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Directory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[direktori]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Papka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[rut]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 foydalanuvchi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37-dars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"Run the command with sudo."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Buyruqni sudo bilan ishga tushiring.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"Update the package list."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Paketlar ro'yxatini yangilang.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"You don't have permission."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Sizda ruxsat yo'q.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37-dars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can't install this package.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paketni o'rnata olmayapman.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using sudo.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ishlatib ko'r.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it works!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 ishlayapti!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needed root permission.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Senga bosh ruxsat kerak edi.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37-dars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“Administrator huquqi bilan”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«Buyruqni sudo bilan ishga tushiring.»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Package · Update · Install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“Sudo”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37-dars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«Linux Commands English»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Sudo, Package va Update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Commands English</dc:title>
  <dc:subject>PptxGenJS Presentation</dc:subject>
  <dc:creator>IT Shaharcha</dc:creator>
  <cp:lastModifiedBy>IT Shaharcha</cp:lastModifiedBy>
  <cp:revision>1</cp:revision>
  <dcterms:created xsi:type="dcterms:W3CDTF">2026-06-17T02:15:39Z</dcterms:created>
  <dcterms:modified xsi:type="dcterms:W3CDTF">2026-06-17T02:15:39Z</dcterms:modified>
</cp:coreProperties>
</file>