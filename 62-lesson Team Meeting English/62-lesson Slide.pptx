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Meeting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yig'ilish va jamoaviy ishlashdagi inglizcha iboralar.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yig'ilishlar masofaviy ishning bir qismi. agenda, discuss, decision kabi so'zlar yig'ilishlarda doimo uchraydi. Bu darsda yig'ilish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[miting]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[miting]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[ajenda]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tartibi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[diskas]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Muhokama qilish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[disijn]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[skejul]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[minits]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Yig'ilish bayoni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[myut]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Ovozni o'chirish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screen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[sher skrin]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Ekranni ulashish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start the meeting."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yig'ilishni boshlaymiz.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on the agenda today?"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kun tartibida nima bor?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 mute your microphone."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Iltimos, mikrofoningizni o'chiring.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everyone hear me?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meni eshityaptimi?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please share your screen.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ekraningizni ulashing.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discuss the first task.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vazifani muhokama qilaylik.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Good, I'll take the minutes.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Yaxshi, men bayon yozaman.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“Yig'ilish”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«Keling, yig'ilishni boshlaymiz.»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Agenda · Discuss · Decision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“Meeting”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«Team Meeting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Meeting, Agenda va Discuss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Meeting English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