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 Development English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O'yin yaratish terminlari: game engine, character, animation va physics.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75-dars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O'yin yaratish ijod va texnikani birlashtiradi. engine, character, level kabi so'zlar o'yin dasturchisining tilidir. Bu darsda o'yin yaratish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engine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[geym enjin]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O'yin dvigateli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75-dars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75-dars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 engine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[geym enjin]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O'yin dvigateli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[karakter]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Qahramon (personaj)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Animation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[animeyshn]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Animatsiya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[fiziks]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Fizika (harakat)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[level]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Bosqich (daraja)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[skor]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Ochko (ball)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[pleyer]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O'yinchi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Sprite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[sprayt]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Tasvir (obyekt)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75-dars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"Build the game with an engine."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O'yinni dvigatel bilan yarating.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character can jump and run."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Qahramon sakray va yugura oladi.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"Add animation to the player."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O'yinchiga animatsiya qo'shing.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75-dars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make a game?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O'yinni qanday yasayman?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 game engine like Unity.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kabi o'yin dvigatelidan foydalan.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the character move?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Qahramon qanday harakatlanadi?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physics and animation.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Fizika va animatsiya bilan.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75-dars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“O'yin dvigateli”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«O'yinni dvigatel bilan yarating.»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Character · Animation · Physics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“Game engine”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75-dars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«Game Development English»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engine, Character va Animation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 Development English</dc:title>
  <dc:subject>PptxGenJS Presentation</dc:subject>
  <dc:creator>IT Shaharcha</dc:creator>
  <cp:lastModifiedBy>IT Shaharcha</cp:lastModifiedBy>
  <cp:revision>1</cp:revision>
  <dcterms:created xsi:type="dcterms:W3CDTF">2026-06-17T02:15:54Z</dcterms:created>
  <dcterms:modified xsi:type="dcterms:W3CDTF">2026-06-17T02:15:54Z</dcterms:modified>
</cp:coreProperties>
</file>