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 terminlari: content, reels, followers, reach va impressions.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 brend va shaxsni targ'ib qiladi. content, followers, reach kabi so'zlar SMM mutaxassisining tilidir. Bu darsda ijtimoiy tarmoq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[kontent]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(mazmun)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[kontent]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(mazmun)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[rils]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videolar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[follouer]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[rich]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[impreshn]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Ko'rsatishlar soni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[layk]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Yoqtirish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Ulashish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[heshteg]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Xeshteg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"Post new content every day."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yangi kontent joylang.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reel got many views."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video ko'p ko'rildi.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gained new followers."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yangi obunachilar oldik.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grow the account?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Akkauntni qanday o'stiramiz?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good content regularly.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Muntazam yaxshi kontent joyla.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reels?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increase reach fast.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qamrovni tez oshiradi.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“Kontent (mazmun)”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«Har kuni yangi kontent joylang.»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Reels · Follower · Reach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“Content”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«Social Media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Reels va Follower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English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