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Attributes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atributlari: class, id, src, href, alt va ularning vazifalari.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Atributlar HTML teglariga qo'shimcha ma'lumot beradi. Masalan, src rasm manzilini, href havola manzilini ko'rsatadi. Atributlarni bilish HTML'da kuchli ishlash imkonini beradi.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[atribyut]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(qo'shimcha ma'lumot)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[atribyut]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(qo'shimcha ma'lumot)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[klass]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(stil uchun nom)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[ay-di]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Noyob identifikator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[sors]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(rasm/fayl manzili)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Href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[eych-ref]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 manzili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Muqobil matn (rasm uchun)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[valyu]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[tayp]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(input turi)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"Set the src attribute to the image path."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atributini rasm manziliga belgilang.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link needs an href."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havolaga href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an alt text to the image."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Rasmga muqobil matn qo'shing.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my image not showing?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rasmim ko'rinmayapti?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src attribute.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atributini tekshir.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alt text for?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matn nima uchun?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describes the image if it can't load.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yuklanmasa, uni tasvirlaydi.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“Atribut (qo'shimcha ma'lumot)”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«src atributini rasm manziliga belgilang.»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Class · Id · Src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“Attribute”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«HTML Attributes»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Attribute, Class va Id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Attributes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