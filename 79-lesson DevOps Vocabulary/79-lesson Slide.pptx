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Vocabulary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terminlari: CI/CD, deployment, pipeline, container va docker.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79-dars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ishlab chiqish va joylashtirishni birlashtiradi. CI/CD, pipeline, deployment kabi so'zlar bu sohaning tilidir. Bu darsda DevOps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[devops]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chiqish + boshqaruv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79-dars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79-dars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[devops]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chiqish + boshqaruv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[si-ay si-di]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Avtomatik yetkazish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[payplayn]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Quvur (jarayonlar oqimi)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[diploiment]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[konteyner]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Idish (izolyatsiya)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Yig'ish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[otomeyshn]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Avtomatlashtirish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[monitoring]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Kuzatuv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79-dars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pipeline runs automatically."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Quvur avtomatik ishlaydi.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"CI/CD speeds up deployment."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joylashtirishni tezlashtiradi.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"Monitor the app after deployment."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Joylashtirgandan keyin ilovani kuzating.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79-dars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deploy so fast?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tez joylashtirasiz?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use a CI/CD pipeline.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CI/CD quvuridan foydalanamiz.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automatic?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avtomatikmi?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fully automated.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to'liq avtomatik.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79-dars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“Ishlab chiqish + boshqaruv”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«Quvur avtomatik ishlaydi.»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CI/CD · Pipeline · Deployment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“DevOps”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79-dars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«DevOps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CI/CD va Pipeline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Vocabulary</dc:title>
  <dc:subject>PptxGenJS Presentation</dc:subject>
  <dc:creator>IT Shaharcha</dc:creator>
  <cp:lastModifiedBy>IT Shaharcha</cp:lastModifiedBy>
  <cp:revision>1</cp:revision>
  <dcterms:created xsi:type="dcterms:W3CDTF">2026-06-17T02:15:55Z</dcterms:created>
  <dcterms:modified xsi:type="dcterms:W3CDTF">2026-06-17T02:15:55Z</dcterms:modified>
</cp:coreProperties>
</file>