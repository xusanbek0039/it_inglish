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Prompt Engineering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AI'ga so'rov yozish qoidalari va prompt engineering terminlari.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49-dars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AI'dan yaxshi natija olish san'ati. Aniq, batafsil so'rov yozish muhim. context, instruction, output kabi so'zlar bu sohaning tilidir. Bu darsda prompt yozish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[prompt]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/ topshiriq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49-dars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49-dars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[prompt]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/ topshiriq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[kontekst]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Sharoit (qo'shimcha ma'lumot)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[instrakshn]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Ko'rsatma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[autput]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(chiqish)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(AI uchun)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[igzampl]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[toukn]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(so'z bo'lagi)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[konstreynt]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Cheklov (shart)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49-dars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"Give the AI clear instructions."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AI'ga aniq ko'rsatma bering.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context to your prompt."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So'rovingizga sharoit qo'shing.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"Show an example of the output."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misolini ko'rsating.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49-dars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gives bad answers.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yomon javob beryapti.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prompt may be unclear.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So'roving noaniq bo'lishi mumkin.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improve it?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qanday yaxshilayman?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context and an example.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Sharoit va misol qo'sh.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49-dars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“So'rov / topshiriq”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«AI'ga aniq ko'rsatma bering.»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Context · Instruction · Output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“Prompt”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49-dars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«AI Prompt Engineering»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Context va Instruction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Prompt Engineering</dc:title>
  <dc:subject>PptxGenJS Presentation</dc:subject>
  <dc:creator>IT Shaharcha</dc:creator>
  <cp:lastModifiedBy>IT Shaharcha</cp:lastModifiedBy>
  <cp:revision>1</cp:revision>
  <dcterms:created xsi:type="dcterms:W3CDTF">2026-06-17T02:15:46Z</dcterms:created>
  <dcterms:modified xsi:type="dcterms:W3CDTF">2026-06-17T02:15:46Z</dcterms:modified>
</cp:coreProperties>
</file>