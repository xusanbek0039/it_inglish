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Speaking for Developers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 oldida chiqish qilish va texnik gapirish.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87-dars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Ommaviy nutq dasturchiga g'oyalarni ulashishda yordam beradi. confident, clear, audience kabi so'zlar bu ko'nikmaning tilidir. Bu darsda ommaviy nutq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speaking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[pablik spiking]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Ommaviy nutq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87-dars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87-dars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speaking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[pablik spiking]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Ommaviy nutq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[konfident]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[klir]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(tushunarli)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[odiens]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[topik]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[ikspleyn]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Tushuntirish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[ingeyj]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Jalb qilish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[poz]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To'xtam (pauza)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87-dars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"Speak clearly and confidently."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va ishonch bilan gapiring.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"Engage the audience with questions."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Auditoriyani savollar bilan jalb qiling.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"Explain technical things simply."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narsalarni sodda tushuntiring.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87-dars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get nervous on stage.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Sahnada hayajonlanaman.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slowly and clearly.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Sekin va aniq gapir.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keep attention?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Diqqatni qanday ushlab turaman?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 the audience.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Auditoriyani jalb qil.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87-dars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“Ommaviy nutq”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«Aniq va ishonch bilan gapiring.»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Confident · Clear · Audience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“Public speaking”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87-dars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«Public Speaking for Developers»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speaking, Confident va Clear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Speaking for Developers</dc:title>
  <dc:subject>PptxGenJS Presentation</dc:subject>
  <dc:creator>IT Shaharcha</dc:creator>
  <cp:lastModifiedBy>IT Shaharcha</cp:lastModifiedBy>
  <cp:revision>1</cp:revision>
  <dcterms:created xsi:type="dcterms:W3CDTF">2026-06-17T02:15:56Z</dcterms:created>
  <dcterms:modified xsi:type="dcterms:W3CDTF">2026-06-17T02:15:56Z</dcterms:modified>
</cp:coreProperties>
</file>