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Vocabulary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bilan ishlash terminlari: request, response, endpoint, token va boshqalar.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22-dars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— dasturlar bir-biri bilan gaplashish usuli. Biz request yuboramiz, response olamiz. endpoint, token, JSON kabi so'zlar API bilan ishlashda doimo uchraydi.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[ey-pi-ay]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Dasturlar interfeysi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22-dars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22-dars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[ey-pi-ay]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Dasturlar interfeysi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[rikvest]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So'rov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[rispons]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[endpoint]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Manzil nuqtasi (API yo'li)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[toukn]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(kirish kaliti)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[jeyson]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 formati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[heder]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Sarlavha (so'rov ma'lumoti)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code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[steytus koud]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Holat kodi (200, 404)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22-dars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"Send a request to the API."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API'ga so'rov yuboring.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response is in JSON format."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 JSON formatida.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"Add the token to the header."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Tokenni sarlavhaga qo'shing.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22-dars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get data from the API?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API'dan ma'lumotni qanday olaman?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 a request to the endpoint.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Manzil nuqtasiga so'rov yubor.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I need a token?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kerakmi?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Yes, for protected endpoints.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himoyalangan manzillar uchun.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22-dars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“Dasturlar interfeysi”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«API'ga so'rov yuboring.»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Request · Response · Endpoint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“API”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22-dars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«API Vocabulary»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Request va Response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Vocabulary</dc:title>
  <dc:subject>PptxGenJS Presentation</dc:subject>
  <dc:creator>IT Shaharcha</dc:creator>
  <cp:lastModifiedBy>IT Shaharcha</cp:lastModifiedBy>
  <cp:revision>1</cp:revision>
  <dcterms:created xsi:type="dcterms:W3CDTF">2026-06-17T02:15:31Z</dcterms:created>
  <dcterms:modified xsi:type="dcterms:W3CDTF">2026-06-17T02:15:31Z</dcterms:modified>
</cp:coreProperties>
</file>