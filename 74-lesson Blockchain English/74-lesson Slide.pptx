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terminlari: blockchain, crypto, wallet va smart contract.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— ma'lumotni xavfsiz va markazsiz saqlash texnologiyasi. crypto, wallet, transaction kabi so'zlar bu sohaning tilidir. Bu darsda blockchain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[blokcheyn]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Bloklar zanjiri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[blokcheyn]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Bloklar zanjiri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[kripto]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Kriptovalyuta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[volet]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Hamyon (raqamli)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[smart kontrakt]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Aqlli shartnoma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[tranzakshn]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Tranzaksiya (o'tkazma)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[blok]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(ma'lumot)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[toukn]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(raqamli aktiv)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Decentralized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[disentralayzd]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Markazsiz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"Store your crypto in a wallet."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Kriptovalyutangizni hamyonda saqlang.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blockchain records every transaction."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har bir o'tkazmani yozadi.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smart contract runs automatically."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Aqlli shartnoma avtomatik ishlaydi.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blockchain?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nima?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chain of secure blocks.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 bloklar zanjiri.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I keep crypto?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Kriptoni qayerda saqlayman?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digital wallet.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hamyonda.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“Bloklar zanjiri”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«Kriptovalyutangizni hamyonda saqlang.»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Crypto · Wallet · Smart contract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“Blockchain”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«Blockchain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Blockchain, Crypto va Wallet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English</dc:title>
  <dc:subject>PptxGenJS Presentation</dc:subject>
  <dc:creator>IT Shaharcha</dc:creator>
  <cp:lastModifiedBy>IT Shaharcha</cp:lastModifiedBy>
  <cp:revision>1</cp:revision>
  <dcterms:created xsi:type="dcterms:W3CDTF">2026-06-17T02:15:54Z</dcterms:created>
  <dcterms:modified xsi:type="dcterms:W3CDTF">2026-06-17T02:15:54Z</dcterms:modified>
</cp:coreProperties>
</file>