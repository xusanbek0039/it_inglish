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Vocabulary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tushunchalari: artificial intelligence, machine learning, prompt, neural network.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(AI) dasturchilik dunyosini o'zgartirmoqda. machine learning, prompt, model kabi so'zlar yangi davr tilidir. Bu darsda AI'ning asosiy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Artificial intelligence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[artifishl intelijens]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[artifishl intelijens]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[mashin lörning]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o'rganishi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(o'rgatilgan tizim)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[prompt]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/ topshiriq (AI'ga)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[nyural netvork]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Neyron tarmoq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[treyning]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[deytaset]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to'plami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[chatbot]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roboti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 can learn from data."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ma'lumotdan o'rgana oladi.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clear prompt for the model."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uchun aniq so'rov yozing.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model was trained on big data."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katta ma'lumotda o'qitilgan.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o'rganishi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when computers learn from data.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kompyuterning ma'lumotdan o'rganishi.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talk to an AI?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bilan qanday gaplashaman?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give it a prompt.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so'rov berasan.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“Sun'iy intellekt”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«AI ma'lumotdan o'rgana oladi.»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Machine learning · Model · Prompt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“Artificial intelligence”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«AI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Machine learning va Model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Vocabulary</dc:title>
  <dc:subject>PptxGenJS Presentation</dc:subject>
  <dc:creator>IT Shaharcha</dc:creator>
  <cp:lastModifiedBy>IT Shaharcha</cp:lastModifiedBy>
  <cp:revision>1</cp:revision>
  <dcterms:created xsi:type="dcterms:W3CDTF">2026-06-17T02:15:37Z</dcterms:created>
  <dcterms:modified xsi:type="dcterms:W3CDTF">2026-06-17T02:15:37Z</dcterms:modified>
</cp:coreProperties>
</file>