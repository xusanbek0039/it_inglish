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Interview English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interview paytida ishlatiladigan inglizcha savollar.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83-dars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Dasturlash suhbatlari texnik savollardan iborat. algorithm, complexity, approach kabi so'zlar bu suhbatlarda uchraydi. Bu darsda interview iboralarini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[algoritm]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83-dars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83-dars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[algoritm]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[kompleksiti]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Murakkablik (tezlik)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[approuch]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Yondashuv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[solyushn]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[optimayz]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Optimallashtirish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case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[ej keys]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Chekka holat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[ikspleyn]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Tushuntirish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limit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[taym limit]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 chegarasi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83-dars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"Explain your approach first."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Avval yondashuvingizni tushuntiring.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"Can you optimize this solution?"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yechimni optimallashtira olasizmi?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is the time complexity?"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 murakkabligi qanday?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83-dars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would you solve this?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Buni qanday hal qilasiz?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First, let me explain my approach.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Avval yondashuvimni tushuntiray.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about edge cases?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Chekka holatlar-chi?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will handle them too.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Ularni ham hisobga olaman.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83-dars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“Algoritm”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«Avval yondashuvingizni tushuntiring.»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Complexity · Approach · Solution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“Algorithm”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83-dars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«Programming Interview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Algorithm, Complexity va Approach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Interview English</dc:title>
  <dc:subject>PptxGenJS Presentation</dc:subject>
  <dc:creator>IT Shaharcha</dc:creator>
  <cp:lastModifiedBy>IT Shaharcha</cp:lastModifiedBy>
  <cp:revision>1</cp:revision>
  <dcterms:created xsi:type="dcterms:W3CDTF">2026-06-17T02:15:55Z</dcterms:created>
  <dcterms:modified xsi:type="dcterms:W3CDTF">2026-06-17T02:15:55Z</dcterms:modified>
</cp:coreProperties>
</file>