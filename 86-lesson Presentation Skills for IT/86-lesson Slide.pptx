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Skills for IT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loyiha va dasturlarni ingliz tilida taqdim qilish.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yaxshi taqdim qilish katta ko'nikma. introduce, demonstrate, highlight kabi so'zlar taqdimotda kerak. Bu darsda taqdimot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[prezenteyshn]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[prezenteyshn]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[intradyus]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Tanishtirish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[demonstreyt]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Namoyish qilish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[haylayt]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Ajratib ko'rsatish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[slayd]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[odiens]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[samari]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 me introduce our project."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Loyihamizni tanishtiray.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will demonstrate the main feature."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imkoniyatni namoyish qilaman.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 me highlight the key point."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fikrni ajratib ko'rsataman.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start a presentation?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Taqdimotni qanday boshlayman?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yourself and the project.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O'zingni va loyihani tanishtir.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main part?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qism-chi?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the key features.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imkoniyatlarni namoyish qil.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“Taqdimot”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«Loyihamizni tanishtiray.»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Introduce · Demonstrate · Highlight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“Presentation”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«Presentation Skills for IT»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Introduce va Demonstrate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Skills for IT</dc:title>
  <dc:subject>PptxGenJS Presentation</dc:subject>
  <dc:creator>IT Shaharcha</dc:creator>
  <cp:lastModifiedBy>IT Shaharcha</cp:lastModifiedBy>
  <cp:revision>1</cp:revision>
  <dcterms:created xsi:type="dcterms:W3CDTF">2026-06-17T02:15:56Z</dcterms:created>
  <dcterms:modified xsi:type="dcterms:W3CDTF">2026-06-17T02:15:56Z</dcterms:modified>
</cp:coreProperties>
</file>