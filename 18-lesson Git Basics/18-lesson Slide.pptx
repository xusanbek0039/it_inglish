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Basics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va GitHub asoslari: repository, commit, push, pull va branch.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kod tarixini saqlovchi tizim. commit qilamiz, push qilamiz, branch yaratamiz. Bu so'zlar har bir dasturchining kundalik ishida uchraydi. Bu darsda Git'ning asosiy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[ripozitori]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(kod loyihasi)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[ripozitori]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(kod loyihasi)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[komit]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(o'zgarishni qayd etish)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[push]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Yuborish (serverga)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[pul]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Tortib olish (yangilash)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[branch]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(alohida yo'nalish)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[kloun]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olish (loyihani)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[merj]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[steyj]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Tayyorlash (commitga)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"Commit your changes with a message."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O'zgarishlarni izoh bilan saqlang.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"Push the code to GitHub."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Kodni GitHub'ga yuboring.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new branch for this feature."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funksiya uchun yangi tarmoq yarating.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finished the feature.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Funksiyani tugatdim.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and push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 va yubor.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I use a new branch?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tarmoq ishlataymi?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always work on a branch.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doim tarmoqda ishla.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“Ombor (kod loyihasi)”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«O'zgarishlarni izoh bilan saqlang.»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Commit · Push · Pull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“Repository”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«Git Basics»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Commit va Push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Basics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