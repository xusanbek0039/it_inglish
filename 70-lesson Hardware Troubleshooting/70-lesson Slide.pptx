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Troubleshooting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Qurilmalardagi muammolarni tushuntirish uchun ishlatiladigan terminlar.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70-dars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Qurilma muammolarini hal qilish texnik bilim talab qiladi. broken, replace, connect kabi so'zlar muammoni tasvirlaydi. Bu darsda hardware muammolari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[xardver]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Qurilma (jihoz)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70-dars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70-dars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[xardver]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Qurilma (jihoz)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[broukn]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Buzilgan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[ripleys]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Almashtirish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[konekt]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Ulash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Cable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[keybl]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Kabel (sim)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[pauer]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Quvvat (tok)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Overheat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[ouverhit]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Qizib ketish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[ripeyr]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Ta'mirlash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70-dars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cable is broken."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Kabel buzilgan.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"Replace the power supply."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Quvvat manbasini almashtiring.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laptop overheats quickly."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Noutbuk tez qiziydi.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70-dars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computer won't turn on.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Kompyuterim yoqilmayapti.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power cable.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Quvvat kabelini tekshir.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looks broken.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buzilganga o'xshaydi.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replace it.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Unda uni almashtir.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70-dars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“Qurilma (jihoz)”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«Kabel buzilgan.»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Broken · Replace · Connect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“Hardware”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70-dars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«Hardware Troubleshooting»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Broken va Replace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 Troubleshooting</dc:title>
  <dc:subject>PptxGenJS Presentation</dc:subject>
  <dc:creator>IT Shaharcha</dc:creator>
  <cp:lastModifiedBy>IT Shaharcha</cp:lastModifiedBy>
  <cp:revision>1</cp:revision>
  <dcterms:created xsi:type="dcterms:W3CDTF">2026-06-17T02:15:53Z</dcterms:created>
  <dcterms:modified xsi:type="dcterms:W3CDTF">2026-06-17T02:15:53Z</dcterms:modified>
</cp:coreProperties>
</file>