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Basics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terminlari: IP address, domain, DNS, protocol, router va network.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— kompyuterlarni bog'lovchi tizim. IP address, domain, DNS kabi so'zlar internet qanday ishlashini tushuntiradi. Bu darsda tarmoqning asosiy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[netvork]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[netvork]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[ay-pi adres]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manzil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[domeyn]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(sayt nomi)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[di-en-es]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tizimi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[protokol]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(qoidalar)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[router]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Yo'naltiruvchi qurilma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[konekshn]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[bendvidth]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tezligi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 device has an IP address."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qurilmaning IP manzili bor.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domain points to the server."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serverga ishora qiladi.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"Check your network connection."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ulanishingizni tekshiring.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site not loading?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sayt yuklanmayapti?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Maybe a DNS problem.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Balki DNS muammosi.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check?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tekshiraman?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network connection first.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 tarmoq ulanishini sinab ko'r.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“Tarmoq”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«Har bir qurilmaning IP manzili bor.»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IP address · Domain · DNS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“Network”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«Networking Basics»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IP address va Domain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Basics</dc:title>
  <dc:subject>PptxGenJS Presentation</dc:subject>
  <dc:creator>IT Shaharcha</dc:creator>
  <cp:lastModifiedBy>IT Shaharcha</cp:lastModifiedBy>
  <cp:revision>1</cp:revision>
  <dcterms:created xsi:type="dcterms:W3CDTF">2026-06-17T02:15:38Z</dcterms:created>
  <dcterms:modified xsi:type="dcterms:W3CDTF">2026-06-17T02:15:38Z</dcterms:modified>
</cp:coreProperties>
</file>