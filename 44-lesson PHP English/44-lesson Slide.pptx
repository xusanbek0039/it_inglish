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PHP'da ishlatiladigan inglizcha buyruq va tushunchalar: echo, variable, array, function.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— veb-saytlar uchun keng tarqalgan server tili. echo, variable, array kabi so'zlar PHP kodida doimo uchraydi. Bu darsda PHP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[eko]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 (ekranga)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[eko]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 (ekranga)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[veriebl]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[arrey]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[fankshn]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[seshn]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Sessiya (vaqtinchalik ma'lumot)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[rikvest]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[form]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(ma'lumot kiritish)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[server]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"Echo the message to the page."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Xabarni sahifaga chiqaring.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"Store the data in a session."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sessiyada saqlang.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"Get the value from the form."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Qiymatni formadan oling.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show text in PHP?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PHP'da matnni qanday ko'rsataman?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echo.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echo'dan foydalan.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keep the user logged in?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Foydalanuvchini qanday tizimda saqlayman?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session.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Sessiyadan foydalan.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“Chiqarish (ekranga)”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«Xabarni sahifaga chiqaring.»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Variable · Array · Function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“Echo”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«PHP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Echo, Variable va Array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English</dc:title>
  <dc:subject>PptxGenJS Presentation</dc:subject>
  <dc:creator>IT Shaharcha</dc:creator>
  <cp:lastModifiedBy>IT Shaharcha</cp:lastModifiedBy>
  <cp:revision>1</cp:revision>
  <dcterms:created xsi:type="dcterms:W3CDTF">2026-06-17T02:15:40Z</dcterms:created>
  <dcterms:modified xsi:type="dcterms:W3CDTF">2026-06-17T02:15:40Z</dcterms:modified>
</cp:coreProperties>
</file>