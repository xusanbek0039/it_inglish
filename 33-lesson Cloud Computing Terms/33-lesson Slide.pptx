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Computing Terms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terminlari: hosting, server, cloud, deployment va database hosting.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33-dars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Bulutli texnologiyalar ilovalarni internetda ishlatish imkonini beradi. cloud, server, hosting kabi so'zlar zamonaviy ishlab chiqishda doimo uchraydi. Bu darsda bulut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[klaud]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(internet serverlari)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33-dars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33-dars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[klaud]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(internet serverlari)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[server]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[hosting]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Joylashtirish xizmati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[diploiment]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Joylashtirish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[storeyj]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Saqlash joyi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[skeylabl]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Kengayuvchan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[bekap]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Zaxira nusxa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Instance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[instans]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Nusxa (server)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33-dars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app runs in the cloud."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bulutda ishlaydi.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need more storage."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Bizga ko'proq saqlash joyi kerak.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"Make a backup of the data."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Ma'lumotning zaxira nusxasini oling.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33-dars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the app hosted?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Ilova qayerda joylashgan?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the cloud, on a server.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Bulutda, serverda.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scalable?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kengayuvchanmi?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Yes, we can add more instances.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ko'proq nusxa qo'sha olamiz.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33-dars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“Bulut (internet serverlari)”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«Ilova bulutda ishlaydi.»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Server · Hosting · Deployment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“Cloud”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33-dars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«Cloud Computing Terms»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Server va Hosting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Computing Terms</dc:title>
  <dc:subject>PptxGenJS Presentation</dc:subject>
  <dc:creator>IT Shaharcha</dc:creator>
  <cp:lastModifiedBy>IT Shaharcha</cp:lastModifiedBy>
  <cp:revision>1</cp:revision>
  <dcterms:created xsi:type="dcterms:W3CDTF">2026-06-17T02:15:38Z</dcterms:created>
  <dcterms:modified xsi:type="dcterms:W3CDTF">2026-06-17T02:15:38Z</dcterms:modified>
</cp:coreProperties>
</file>