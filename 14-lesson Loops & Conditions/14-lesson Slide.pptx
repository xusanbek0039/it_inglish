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 &amp; Conditions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Operatorlar: if, else, while, for, break, continue va ularning ma'nolari.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14-dars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Sikllar va shartlar — dasturlash mantig'ining yuragi. if (agar), else (aks holda), for, while kabi so'zlar har bir dasturlash tilida bor. Ularni ingliz tilida tushunish mantiqni anglashga yordam beradi.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[if]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14-dars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14-dars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[if]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[els]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holda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[vayl]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Modomiki (sikl)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[for]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Uchun (sikl)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[breyk]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To'xtatish (sikldan chiqish)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[kontinyu]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Davom etish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[kondishn]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[lup]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Takrorlash (sikl)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14-dars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the number is big, print a message."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son katta bo'lsa, xabar chiqaring.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"Loop until the list is empty."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 bo'shaguncha takrorlang.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"Break the loop when you find it."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Topganingizda siklni to'xtating.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14-dars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'if' do?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'If' nima qiladi?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checks a condition.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shartni tekshiradi.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if the condition is false?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shart yolg'on bo'lsa-chi?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the else part runs.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holda else qismi ishlaydi.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14-dars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“Agar”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«Agar son katta bo'lsa, xabar chiqaring.»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Else · While · For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14-dars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«Loops &amp; Conditions»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Else va While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 &amp; Conditions</dc:title>
  <dc:subject>PptxGenJS Presentation</dc:subject>
  <dc:creator>IT Shaharcha</dc:creator>
  <cp:lastModifiedBy>IT Shaharcha</cp:lastModifiedBy>
  <cp:revision>1</cp:revision>
  <dcterms:created xsi:type="dcterms:W3CDTF">2026-06-17T02:15:30Z</dcterms:created>
  <dcterms:modified xsi:type="dcterms:W3CDTF">2026-06-17T02:15:30Z</dcterms:modified>
</cp:coreProperties>
</file>