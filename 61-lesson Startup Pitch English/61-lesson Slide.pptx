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Pitch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ingliz tilida taqdim qilish va startup pitch qilish.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— loyihani qisqa va ta'sirli taqdim qilish. problem, solution, market kabi so'zlar har bir pitch'da uchraydi. Bu darsda startup pitch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[pich]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(qisqa)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[pich]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(qisqa)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[problem]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[solyushn]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[market]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[investor]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Sarmoyador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[valyu]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 (foyda)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[aydiya]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[vijn]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(kelajak)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"Our product solves a real problem."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Mahsulotimiz real muammoni hal qiladi.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market is very big."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juda katta.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are looking for investors."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sarmoyadorlar izlayapmiz.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 you solve?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muammoni hal qilasiz?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help small shops sell online.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kichik do'konlarga onlayn sotishda yordam beramiz.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big is the market?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qanchalik katta?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shops worldwide.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bo'ylab millionlab do'konlar.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“Taqdimot (qisqa)”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«Mahsulotimiz real muammoni hal qiladi.»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Problem · Solution · Market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“Pitch”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«Startup Pitch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Problem va Solution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English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