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Figma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interfeysi va dizayn terminlari: frame, layer, component, export.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55-dars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— dizaynerlar sevimli vositasi. frame, layer, component kabi so'zlar Figma'da ishlash uchun kerak. Bu darsda Figma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[freym]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Ramka (sahifa maydoni)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55-dars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55-dars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[freym]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Ramka (sahifa maydoni)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[leyer]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Qatlam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[komponent]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 (qayta ishlatiladigan)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[eksport]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Chiqarish (faylga)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To'ldirish (rang)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Stroke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[strouk]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Chegara (chiziq)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[grup]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Guruhlash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[alayn]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Tekislash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55-dars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"Create a frame for the screen."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uchun ramka yarating.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"Group these layers together."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qatlamlarni guruhlang.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"Export the design as PNG."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Dizaynni PNG ko'rinishida chiqaring.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55-dars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reuse this button?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tugmani qanday qayta ishlataman?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a component.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komponent qil.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to save the image?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Rasmni saqlash uchun-chi?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it as PNG.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PNG qilib chiqar.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55-dars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“Ramka (sahifa maydoni)”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«Ekran uchun ramka yarating.»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Layer · Component · Export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“Frame”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55-dars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«Figma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Frame, Layer va Component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Figma English</dc:title>
  <dc:subject>PptxGenJS Presentation</dc:subject>
  <dc:creator>IT Shaharcha</dc:creator>
  <cp:lastModifiedBy>IT Shaharcha</cp:lastModifiedBy>
  <cp:revision>1</cp:revision>
  <dcterms:created xsi:type="dcterms:W3CDTF">2026-06-17T02:15:46Z</dcterms:created>
  <dcterms:modified xsi:type="dcterms:W3CDTF">2026-06-17T02:15:46Z</dcterms:modified>
</cp:coreProperties>
</file>