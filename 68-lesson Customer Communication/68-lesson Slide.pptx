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Communication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gaplashish va support yozishmalari.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to'g'ri muloqot biznesning kaliti. apologize, thank, understand kabi so'zlar muloqotni iliq qiladi. Bu darsda mijoz bilan muloqot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[kastomer]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[kastomer]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[rikvest]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Apologize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[apolojayz]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Uzr so'rash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[anderstend]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[asist]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 berish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[konfirm]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Satisfied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[satisfayd]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Mamnun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[follou ap]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 aloqa qilish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"Thank you for contacting us."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Murojaatingiz uchun rahmat.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apologize for the delay."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Kechikkani uchun uzr so'rayman.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understand your problem."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Muammoyingizni tushunaman.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order is late.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Buyurtmam kechikdi.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apologize for the delay.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Kechikkani uchun uzr.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will it arrive?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Qachon yetib keladi?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Tomorrow, I confirm.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Ertaga, tasdiqlayman.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“Mijoz”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«Murojaatingiz uchun rahmat.»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Request · Apologize · Understand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«Customer Communication»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Request va Apologize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Communication</dc:title>
  <dc:subject>PptxGenJS Presentation</dc:subject>
  <dc:creator>IT Shaharcha</dc:creator>
  <cp:lastModifiedBy>IT Shaharcha</cp:lastModifiedBy>
  <cp:revision>1</cp:revision>
  <dcterms:created xsi:type="dcterms:W3CDTF">2026-06-17T02:15:53Z</dcterms:created>
  <dcterms:modified xsi:type="dcterms:W3CDTF">2026-06-17T02:15:53Z</dcterms:modified>
</cp:coreProperties>
</file>