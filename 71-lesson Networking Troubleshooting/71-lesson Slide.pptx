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 Troubleshooting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va tarmoq muammolariga oid inglizcha gaplar.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71-dars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 muammolari ishni to'xtatib qo'yishi mumkin. connection, signal, restart kabi so'zlar muammoni hal qilishda kerak. Bu darsda tarmoq muammolari iboralarini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[konekshn]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Ulanish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71-dars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71-dars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[konekshn]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Ulanish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[signal]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Wi-Fi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[vay-fay]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Simsiz internet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Restart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[ristart]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Qayta yoqish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[slou]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Sekin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Disconnect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[diskonekt]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Uzilish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[router]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Yo'naltiruvchi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Reconnect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[rikonekt]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Qayta ulanish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71-dars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connection is very slow."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Ulanish juda sekin.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"My Wi-Fi keeps disconnecting."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Wi-Fi'm uzilib turibdi.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"Restart the router to fix it."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Tuzatish uchun routerni qayta yoqing.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71-dars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internet is so slow.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juda sekin.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Wi-Fi signal weak?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signali kuchsizmi?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it keeps disconnecting.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uzilib turibdi.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to restart the router.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Routerni qayta yoqib ko'r.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71-dars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“Ulanish”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«Ulanish juda sekin.»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Signal · Wi-Fi · Restart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“Connection”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71-dars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«Networking Troubleshooting»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Connection, Signal va Wi-Fi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 Troubleshooting</dc:title>
  <dc:subject>PptxGenJS Presentation</dc:subject>
  <dc:creator>IT Shaharcha</dc:creator>
  <cp:lastModifiedBy>IT Shaharcha</cp:lastModifiedBy>
  <cp:revision>1</cp:revision>
  <dcterms:created xsi:type="dcterms:W3CDTF">2026-06-17T02:15:54Z</dcterms:created>
  <dcterms:modified xsi:type="dcterms:W3CDTF">2026-06-17T02:15:54Z</dcterms:modified>
</cp:coreProperties>
</file>