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 &amp; Scrum Vocabulary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terminlari: sprint, backlog, scrum master, task va workflow.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63-dars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va Scrum — zamonaviy loyiha boshqaruvi usullari. sprint, backlog, standup kabi so'zlar jamoa ishini tashkil etadi. Bu darsda Agile terminlarini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Agile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[ajayl]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Moslashuvchan usul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63-dars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63-dars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[ajayl]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Moslashuvchan usul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[sprint]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Qisqa ish davri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Backlog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[beklog]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Vazifalar ro'yxati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 master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[skram master]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Jarayon yetakchisi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Standup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[standap]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Kunlik qisqa yig'ilish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[task]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Vazifa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Story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[stori]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Vazifa tavsifi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Iteration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[itereyshn]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Takror (bosqich)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63-dars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"This sprint lasts two weeks."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sprint ikki hafta davom etadi.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"Add the task to the backlog."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Vazifani ro'yxatga qo'shing.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"We have a standup every morning."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Bizda har ertaga qisqa yig'ilish bor.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63-dars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in this sprint?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sprintda nima bor?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tasks from the backlog.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Ro'yxatdan uchta vazifa.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is the standup?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Standup qachon?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morning at nine.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ertaga soat to'qqizda.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63-dars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“Moslashuvchan usul”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«Bu sprint ikki hafta davom etadi.»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Sprint · Backlog · Scrum master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“Agile”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63-dars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«Agile &amp; Scrum Vocabulary»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Agile, Sprint va Backlog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Agile &amp; Scrum Vocabulary</dc:title>
  <dc:subject>PptxGenJS Presentation</dc:subject>
  <dc:creator>IT Shaharcha</dc:creator>
  <cp:lastModifiedBy>IT Shaharcha</cp:lastModifiedBy>
  <cp:revision>1</cp:revision>
  <dcterms:created xsi:type="dcterms:W3CDTF">2026-06-17T02:15:47Z</dcterms:created>
  <dcterms:modified xsi:type="dcterms:W3CDTF">2026-06-17T02:15:47Z</dcterms:modified>
</cp:coreProperties>
</file>