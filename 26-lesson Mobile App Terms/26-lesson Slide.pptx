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 Terms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ilovalarga oid terminlar: app, screen, button, notification, store va boshqalar.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26-dars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ilovalar millionlab odamlar tomonidan ishlatiladi. screen, button, notification kabi so'zlar ilova yaratishda doimo uchraydi. Bu darsda mobil ilova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26-dars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26-dars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[skrin]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 (sahifa)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Button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[batn]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Tugma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[notifikeyshn]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Bildirishnoma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[stor]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Do'kon (App Store)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[instol]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O'rnatish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[login]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Kirish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[ficher]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Imkoniyat / funksiya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26-dars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"Download the app from the store."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Ilovani do'kondan yuklab oling.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"Tap the button to log in."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Kirish uchun tugmani bosing.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app sends a notification."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bildirishnoma yuboradi.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26-dars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get this app?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ilovani qanday olaman?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it from the store.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 do'kondan o'rnat.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sign in?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Qanday kiraman?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 the login button.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Kirish tugmasini bos.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26-dars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“Ilova”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«Ilovani do'kondan yuklab oling.»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Screen · Button · Notification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“App”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26-dars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«Mobile App Terms»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App, Screen va Button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 Terms</dc:title>
  <dc:subject>PptxGenJS Presentation</dc:subject>
  <dc:creator>IT Shaharcha</dc:creator>
  <cp:lastModifiedBy>IT Shaharcha</cp:lastModifiedBy>
  <cp:revision>1</cp:revision>
  <dcterms:created xsi:type="dcterms:W3CDTF">2026-06-17T02:15:37Z</dcterms:created>
  <dcterms:modified xsi:type="dcterms:W3CDTF">2026-06-17T02:15:37Z</dcterms:modified>
</cp:coreProperties>
</file>