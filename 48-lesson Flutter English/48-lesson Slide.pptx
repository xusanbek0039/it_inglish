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terminlari: widget, scaffold, stateful, stateless va build.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— bitta koddan Android va iOS ilovasini yaratuvchi vosita. widget, scaffold, stateful kabi so'zlar Flutter'ning asosidir. Bu darsda Flutter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[vidjet]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Vidjet (interfeys bo'lagi)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Widget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[vidjet]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Vidjet (interfeys bo'lagi)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[skafold]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 (sahifa tuzilmasi)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[steytful]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Holatli (o'zgaruvchi)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[steytles]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Holatsiz (o'zgarmas)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Chizish / yig'ish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[konteyner]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(blok)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[kolumn]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 (vertikal)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(gorizontal)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"Everything in Flutter is a widget."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Flutter'da hamma narsa vidjet.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a stateful widget for changing data."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 ma'lumot uchun holatli vidjet ishlating.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"Wrap the text in a container."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Matnni idishga o'rang.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widget?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Vidjet nima?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building block of the UI.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interfeysning qurilish bo'lagi.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I use stateful?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Stateful'ni qachon ishlataman?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data changes.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o'zgarganda.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“Vidjet (interfeys bo'lagi)”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«Flutter'da hamma narsa vidjet.»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Scaffold · Stateful · Stateless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“Widget”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«Flutter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Widget, Scaffold va Stateful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English</dc:title>
  <dc:subject>PptxGenJS Presentation</dc:subject>
  <dc:creator>IT Shaharcha</dc:creator>
  <cp:lastModifiedBy>IT Shaharcha</cp:lastModifiedBy>
  <cp:revision>1</cp:revision>
  <dcterms:created xsi:type="dcterms:W3CDTF">2026-06-17T02:15:45Z</dcterms:created>
  <dcterms:modified xsi:type="dcterms:W3CDTF">2026-06-17T02:15:45Z</dcterms:modified>
</cp:coreProperties>
</file>