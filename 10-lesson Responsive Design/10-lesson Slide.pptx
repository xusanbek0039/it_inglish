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Design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Zamonaviy dizayn: responsive, mobile view, flexbox va grid tushunchalari.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10-dars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Saytlar telefon, planshet va kompyuterda chiroyli ko'rinishi kerak. Responsive design aynan shuni ta'minlaydi. Flexbox va grid — bu maqsadga erishish vositalari. Bu darsda moslashuvchan dizayn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Responsive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[risponsiv]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Moslashuvchan (ekranga)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10-dars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10-dars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[risponsiv]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Moslashuvchan (ekranga)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view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[moubayl vyu]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ko'rinishi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Flexbox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[fleksboks]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Egiluvchan joylashuv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[grid]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To'r (panjara joylashuv)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[leyaut]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Joylashuv / tuzilma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Breakpoint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[breykpoint]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chegarasi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[konteyner]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Idish (saqlovchi blok)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[kolumn]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Ustun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10-dars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site must be responsive."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 moslashuvchan bo'lishi kerak.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"Test it in mobile view."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 telefon ko'rinishida sinab ko'ring.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"Use flexbox for the layout."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Joylashuv uchun flexbox ishlating.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10-dars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site looks bad on my phone.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 telefonimda yomon ko'rinyapti.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not responsive yet.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hali moslashuvchan emas.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fix it?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Buni qanday tuzatamiz?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can use flexbox and breakpoints.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va ekran chegaralaridan foydalanamiz.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10-dars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“Moslashuvchan (ekranga)”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«Sayt moslashuvchan bo'lishi kerak.»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Mobile view · Flexbox · Grid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“Responsive”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10-dars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«Responsive Design»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Mobile view va Flexbox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Responsive Design</dc:title>
  <dc:subject>PptxGenJS Presentation</dc:subject>
  <dc:creator>IT Shaharcha</dc:creator>
  <cp:lastModifiedBy>IT Shaharcha</cp:lastModifiedBy>
  <cp:revision>1</cp:revision>
  <dcterms:created xsi:type="dcterms:W3CDTF">2026-06-17T02:15:30Z</dcterms:created>
  <dcterms:modified xsi:type="dcterms:W3CDTF">2026-06-17T02:15:30Z</dcterms:modified>
</cp:coreProperties>
</file>