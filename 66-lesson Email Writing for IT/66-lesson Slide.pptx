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Writing for IT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email yozish qoidalari va IT email terminlari.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66-dars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email yozish IT mutaxassisi uchun muhim ko'nikma. subject, attachment, regards kabi so'zlar har bir xatda uchraydi. Bu darsda email yozish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[imeyl]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xat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66-dars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66-dars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[imeyl]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xat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[sabject]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 (xat sarlavhasi)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Attachment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[atachment]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(fayl)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Recipient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[risipient]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Qabul qiluvchi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Reply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[riplay]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 berish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[forward]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Yo'naltirish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Regards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[rigards]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Hurmat bilan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[si-si]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Nusxa (boshqalarga)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66-dars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"Write a clear subject line."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mavzu yozing.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attached the file to this email."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Faylni shu xatga ilova qildim.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"Best regards, Husan."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Hurmat bilan, Husan.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66-dars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you send the email?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Xatni yubordingmi?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with the file attached.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fayl ilova qilingan.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you add me in CC?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 nusxaga qo'shdingmi?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you are in CC.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sen nusxadasan.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66-dars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“Elektron xat”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«Aniq mavzu yozing.»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Subject · Attachment · Recipient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“Email”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66-dars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«Email Writing for IT»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Subject va Attachment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Email Writing for IT</dc:title>
  <dc:subject>PptxGenJS Presentation</dc:subject>
  <dc:creator>IT Shaharcha</dc:creator>
  <cp:lastModifiedBy>IT Shaharcha</cp:lastModifiedBy>
  <cp:revision>1</cp:revision>
  <dcterms:created xsi:type="dcterms:W3CDTF">2026-06-17T02:15:48Z</dcterms:created>
  <dcterms:modified xsi:type="dcterms:W3CDTF">2026-06-17T02:15:48Z</dcterms:modified>
</cp:coreProperties>
</file>