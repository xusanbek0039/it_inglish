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UX Research Terms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tadqiqot terminlari: user flow, wireframe, prototype va usability testing.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54-dars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tadqiqot foydalanuvchini tushunishga yordam beradi. user flow, wireframe, prototype kabi so'zlar dizayn jarayonini tasvirlaydi. Bu darsda UX tadqiqot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flow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[yuzer flou]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 yo'li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54-dars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54-dars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flow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[yuzer flou]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 yo'li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Wireframe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[vayerfreym]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Qoralama (sxema)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[prototayp]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Namuna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Usability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[yuzabiliti]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Qulaylik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[risörch]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Tadqiqot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[fidbek]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Fikr-mulohaza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[persona]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 obrazi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Journey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[jorni]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Sayohat (tajriba yo'li)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54-dars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"Draw the user flow first."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Avval foydalanuvchi yo'lini chizing.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"Test the usability with real users."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Qulaylikni real foydalanuvchilar bilan sinang.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"Collect feedback after the test."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Sinovdan keyin fikr to'plang.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54-dars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we know it's easy to use?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 ishlatish oson ekanini qanday bilamiz?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do usability testing.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qulaylik sinovini o'tkazamiz.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whom?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bilan?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real users.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foydalanuvchilar bilan.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54-dars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“Foydalanuvchi yo'li”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«Avval foydalanuvchi yo'lini chizing.»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Wireframe · Prototype · Usability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“User flow”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54-dars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«UX Research Terms»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flow, Wireframe va Prototype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UX Research Terms</dc:title>
  <dc:subject>PptxGenJS Presentation</dc:subject>
  <dc:creator>IT Shaharcha</dc:creator>
  <cp:lastModifiedBy>IT Shaharcha</cp:lastModifiedBy>
  <cp:revision>1</cp:revision>
  <dcterms:created xsi:type="dcterms:W3CDTF">2026-06-17T02:15:46Z</dcterms:created>
  <dcterms:modified xsi:type="dcterms:W3CDTF">2026-06-17T02:15:46Z</dcterms:modified>
</cp:coreProperties>
</file>