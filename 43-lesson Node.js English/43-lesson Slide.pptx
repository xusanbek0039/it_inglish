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English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terminlari: Express, middleware, request, response, package, dependency.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43-dars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JavaScript'ni serverda ishlatish imkonini beradi. Express, middleware, package kabi so'zlar backend ishida uchraydi. Bu darsda Node.js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[noud jey-es]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uchun JavaScript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43-dars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43-dars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[noud jey-es]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uchun JavaScript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[ekspres]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framework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[midlveyr]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Oraliq funksiya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[rikvest]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[rispons]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[pakij]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(modul)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[dipendensi]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Bog'liqlik (kerakli paket)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[rout]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Yo'l (manzil)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43-dars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"Install the package with npm."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Paketni npm bilan o'rnating.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middleware checks the request."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Oraliq funksiya so'rovni tekshiradi.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"Send a response to the client."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Mijozga javob yuboring.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43-dars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handle a request?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So'rovni qanday boshqaraman?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route in Express.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Express'da yo'l yarat.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about checking the user?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Foydalanuvchini tekshirish-chi?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middleware for that.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Buning uchun middleware ishlat.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43-dars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“Server uchun JavaScript”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«Paketni npm bilan o'rnating.»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Express · Middleware · Request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“Node.js”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43-dars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«Node.js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 va Middleware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Node.js English</dc:title>
  <dc:subject>PptxGenJS Presentation</dc:subject>
  <dc:creator>IT Shaharcha</dc:creator>
  <cp:lastModifiedBy>IT Shaharcha</cp:lastModifiedBy>
  <cp:revision>1</cp:revision>
  <dcterms:created xsi:type="dcterms:W3CDTF">2026-06-17T02:15:40Z</dcterms:created>
  <dcterms:modified xsi:type="dcterms:W3CDTF">2026-06-17T02:15:40Z</dcterms:modified>
</cp:coreProperties>
</file>