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Team English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Startap ichidagi lavozimlar va ish jarayoni terminlari.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Startap jamoasi turli rollardan iborat: founder, CEO, developer. role, responsibility, team kabi so'zlar jamoa ishini tasvirlaydi. Bu darsda startap jamoasi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[faunder]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[faunder]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Asoschi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[si-i-ou]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direktor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Co-founder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[kou-faunder]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Hammuassis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[roul]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(vazifa)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Responsibility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[risponsibiliti]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Mas'uliyat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[tim]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[hayer]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olish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[ekviti]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Ulush (kompaniyada)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"She is the founder of the startup."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startapning asoschisi.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"Each member has a clear role."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a'zoning aniq roli bor.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need to hire a developer."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Bizga dasturchi yollash kerak.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leads the startup?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Startapni kim boshqaradi?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CEO and the founder.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va asoschi.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role?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rolingiz qanday?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lead the development team.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ishlab chiqish jamoasini boshqaraman.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“Asoschi”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«U startapning asoschisi.»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CEO · Co-founder · Role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“Founder”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«Startup Team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CEO va Co-founder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Team English</dc:title>
  <dc:subject>PptxGenJS Presentation</dc:subject>
  <dc:creator>IT Shaharcha</dc:creator>
  <cp:lastModifiedBy>IT Shaharcha</cp:lastModifiedBy>
  <cp:revision>1</cp:revision>
  <dcterms:created xsi:type="dcterms:W3CDTF">2026-06-17T02:15:55Z</dcterms:created>
  <dcterms:modified xsi:type="dcterms:W3CDTF">2026-06-17T02:15:55Z</dcterms:modified>
</cp:coreProperties>
</file>