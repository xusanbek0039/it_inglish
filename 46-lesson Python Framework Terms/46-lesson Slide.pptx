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Framework Terms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va Flask bilan bog'liq inglizcha tushunchalar: view, model, template, route.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46-dars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va Flask — Python'ning mashhur web framework'lari. view, model, template kabi so'zlar bu framework'larda ishlash uchun kerak. Bu darsda Python framework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[freymvork]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Ishchi tuzilma (asos)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46-dars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46-dars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[freymvork]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Ishchi tuzilma (asos)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[vyu]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Ko'rinish (mantiq qism)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(ma'lumot)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[templeyt]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Shablon (HTML)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/ URL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[rout]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Yo'l (manzil)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[rikvest]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[render]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Sahifani chizish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[maygreyshn]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o'zgarishi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46-dars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"Django uses models for the database."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baza uchun modellardan foydalanadi.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"Render the template with data."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Shablonni ma'lumot bilan chizing.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"Define a URL for each view."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view uchun yo'l aniqlang.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46-dars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show a page in Django?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Django'da sahifani qanday ko'rsataman?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view and a template.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va shablon yarat.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the data?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qayerda?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model.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Modelda.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46-dars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“Ishchi tuzilma (asos)”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«Django baza uchun modellardan foydalanadi.»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View · Model · Template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“Framework”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46-dars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«Python Framework Terms»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Framework, View va Model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Framework Terms</dc:title>
  <dc:subject>PptxGenJS Presentation</dc:subject>
  <dc:creator>IT Shaharcha</dc:creator>
  <cp:lastModifiedBy>IT Shaharcha</cp:lastModifiedBy>
  <cp:revision>1</cp:revision>
  <dcterms:created xsi:type="dcterms:W3CDTF">2026-06-17T02:15:45Z</dcterms:created>
  <dcterms:modified xsi:type="dcterms:W3CDTF">2026-06-17T02:15:45Z</dcterms:modified>
</cp:coreProperties>
</file>