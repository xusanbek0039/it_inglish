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097280"/>
            <a:ext cx="4114800" cy="41148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3840480" cy="3840480"/>
          </a:xfrm>
          <a:prstGeom prst="ellipse">
            <a:avLst/>
          </a:prstGeom>
          <a:solidFill>
            <a:srgbClr val="00A0E0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846320"/>
            <a:ext cx="1828800" cy="1828800"/>
          </a:xfrm>
          <a:prstGeom prst="ellipse">
            <a:avLst/>
          </a:prstGeom>
          <a:solidFill>
            <a:srgbClr val="6A2C91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502920"/>
            <a:ext cx="10515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6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76072"/>
            <a:ext cx="905256" cy="9052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548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«IT Shaharcha»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73736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94360" y="2103120"/>
            <a:ext cx="2377440" cy="502920"/>
          </a:xfrm>
          <a:prstGeom prst="roundRect">
            <a:avLst>
              <a:gd name="adj" fmla="val 49091"/>
            </a:avLst>
          </a:prstGeom>
          <a:solidFill>
            <a:srgbClr val="E6007E"/>
          </a:solidFill>
          <a:ln/>
        </p:spPr>
      </p:sp>
      <p:sp>
        <p:nvSpPr>
          <p:cNvPr id="10" name="Text 7"/>
          <p:cNvSpPr/>
          <p:nvPr/>
        </p:nvSpPr>
        <p:spPr>
          <a:xfrm>
            <a:off x="594360" y="21031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 — DARS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48640" y="2697480"/>
            <a:ext cx="11064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Stack Vocabulary</a:t>
            </a:r>
            <a:endParaRPr lang="en-US" sz="5000" dirty="0"/>
          </a:p>
        </p:txBody>
      </p:sp>
      <p:sp>
        <p:nvSpPr>
          <p:cNvPr id="12" name="Text 9"/>
          <p:cNvSpPr/>
          <p:nvPr/>
        </p:nvSpPr>
        <p:spPr>
          <a:xfrm>
            <a:off x="594360" y="45262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stack ishlab chiqishda ishlatiladigan umumiy terminlar.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94360" y="594360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14" name="Shape 11"/>
          <p:cNvSpPr/>
          <p:nvPr/>
        </p:nvSpPr>
        <p:spPr>
          <a:xfrm>
            <a:off x="978408" y="594360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15" name="Shape 12"/>
          <p:cNvSpPr/>
          <p:nvPr/>
        </p:nvSpPr>
        <p:spPr>
          <a:xfrm>
            <a:off x="1362456" y="5943600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6" name="Shape 13"/>
          <p:cNvSpPr/>
          <p:nvPr/>
        </p:nvSpPr>
        <p:spPr>
          <a:xfrm>
            <a:off x="1746504" y="5943600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7" name="Shape 14"/>
          <p:cNvSpPr/>
          <p:nvPr/>
        </p:nvSpPr>
        <p:spPr>
          <a:xfrm>
            <a:off x="2130552" y="5943600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8" name="Shape 15"/>
          <p:cNvSpPr/>
          <p:nvPr/>
        </p:nvSpPr>
        <p:spPr>
          <a:xfrm>
            <a:off x="2514600" y="5943600"/>
            <a:ext cx="164592" cy="164592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9" name="Text 16"/>
          <p:cNvSpPr/>
          <p:nvPr/>
        </p:nvSpPr>
        <p:spPr>
          <a:xfrm>
            <a:off x="7955280" y="5897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daqiqa  ·  Boshlang'ich daraja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 maqsadi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Ushbu darsdan so'ng siz quyidagilarni o'rganasiz: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394460" y="2194560"/>
            <a:ext cx="914400" cy="91440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772" y="2404872"/>
            <a:ext cx="493776" cy="4937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580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mohiyati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74980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mavzu nima ekanini va nega muhimligini tushunasiz.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347472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320540" y="2194560"/>
            <a:ext cx="914400" cy="91440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0852" y="2404872"/>
            <a:ext cx="493776" cy="49377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61188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Yangi terminlar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367588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ta muhim inglizcha so'zni o'rganasiz.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40080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246620" y="2194560"/>
            <a:ext cx="914400" cy="91440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6932" y="2404872"/>
            <a:ext cx="493776" cy="49377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53796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Iboralar</a:t>
            </a:r>
            <a:endParaRPr lang="en-US" sz="1800" dirty="0"/>
          </a:p>
        </p:txBody>
      </p:sp>
      <p:sp>
        <p:nvSpPr>
          <p:cNvPr id="21" name="Text 15"/>
          <p:cNvSpPr/>
          <p:nvPr/>
        </p:nvSpPr>
        <p:spPr>
          <a:xfrm>
            <a:off x="660196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ishlatiladigan tayyor gaplarni ko'rasiz.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932688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10172700" y="2194560"/>
            <a:ext cx="914400" cy="91440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3012" y="2404872"/>
            <a:ext cx="493776" cy="49377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46404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Amaliyot</a:t>
            </a:r>
            <a:endParaRPr lang="en-US" sz="1800" dirty="0"/>
          </a:p>
        </p:txBody>
      </p:sp>
      <p:sp>
        <p:nvSpPr>
          <p:cNvPr id="26" name="Text 19"/>
          <p:cNvSpPr/>
          <p:nvPr/>
        </p:nvSpPr>
        <p:spPr>
          <a:xfrm>
            <a:off x="952804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Suhbat va mashqlar bilan mustahkamlaysiz.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41-dars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0A0E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haqida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45920"/>
            <a:ext cx="61264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65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stack dasturchi ham frontend, ham backend bilan ishlaydi. U interfeys, server, baza — barchasini tushunadi. Bu darsda full stack ishida uchraydigan umumiy terminlarni o'rganamiz.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6903720" y="1645920"/>
            <a:ext cx="4754880" cy="4114800"/>
          </a:xfrm>
          <a:prstGeom prst="roundRect">
            <a:avLst>
              <a:gd name="adj" fmla="val 3111"/>
            </a:avLst>
          </a:prstGeom>
          <a:solidFill>
            <a:srgbClr val="1B2A6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178040" y="1965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AA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BUGUNGI KALIT SO'Z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178040" y="233172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7F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 stack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7178040" y="3200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[ful stak]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178040" y="3749040"/>
            <a:ext cx="4206240" cy="1737360"/>
          </a:xfrm>
          <a:prstGeom prst="roundRect">
            <a:avLst>
              <a:gd name="adj" fmla="val 5263"/>
            </a:avLst>
          </a:prstGeom>
          <a:solidFill>
            <a:srgbClr val="263680"/>
          </a:solidFill>
          <a:ln/>
        </p:spPr>
      </p:sp>
      <p:sp>
        <p:nvSpPr>
          <p:cNvPr id="12" name="Text 9"/>
          <p:cNvSpPr/>
          <p:nvPr/>
        </p:nvSpPr>
        <p:spPr>
          <a:xfrm>
            <a:off x="7406640" y="393192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To'liq (front + back)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41-dars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 bu mavzu muhim?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68680" y="2057400"/>
            <a:ext cx="868680" cy="86868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2267712"/>
            <a:ext cx="448056" cy="4480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96596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ishda uchraydi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196596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terminlar kundalik dasturchilik ishida doimo qo'llaniladi.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53796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858000" y="2057400"/>
            <a:ext cx="868680" cy="86868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312" y="2267712"/>
            <a:ext cx="448056" cy="4480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95528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Hujjat va docs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795528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qo'llanmalarni mustaqil o'qiy olasiz.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54864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68680" y="4297680"/>
            <a:ext cx="868680" cy="86868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4507992"/>
            <a:ext cx="448056" cy="4480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96596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Xatolarni tushunish</a:t>
            </a:r>
            <a:endParaRPr lang="en-US" sz="1900" dirty="0"/>
          </a:p>
        </p:txBody>
      </p:sp>
      <p:sp>
        <p:nvSpPr>
          <p:cNvPr id="20" name="Text 14"/>
          <p:cNvSpPr/>
          <p:nvPr/>
        </p:nvSpPr>
        <p:spPr>
          <a:xfrm>
            <a:off x="196596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xabarlarni tushunib, muammoni tez hal qilasiz.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653796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858000" y="4297680"/>
            <a:ext cx="868680" cy="86868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8312" y="4507992"/>
            <a:ext cx="448056" cy="44805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95528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Muloqot</a:t>
            </a:r>
            <a:endParaRPr lang="en-US" sz="1900" dirty="0"/>
          </a:p>
        </p:txBody>
      </p:sp>
      <p:sp>
        <p:nvSpPr>
          <p:cNvPr id="25" name="Text 18"/>
          <p:cNvSpPr/>
          <p:nvPr/>
        </p:nvSpPr>
        <p:spPr>
          <a:xfrm>
            <a:off x="795528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Jamoa va mijozlar bilan ingliz tilida erkin gaplashasiz.</a:t>
            </a:r>
            <a:endParaRPr lang="en-US" sz="1350" dirty="0"/>
          </a:p>
        </p:txBody>
      </p:sp>
      <p:sp>
        <p:nvSpPr>
          <p:cNvPr id="26" name="Shape 19"/>
          <p:cNvSpPr/>
          <p:nvPr/>
        </p:nvSpPr>
        <p:spPr>
          <a:xfrm>
            <a:off x="548640" y="5806440"/>
            <a:ext cx="11091672" cy="566928"/>
          </a:xfrm>
          <a:prstGeom prst="roundRect">
            <a:avLst>
              <a:gd name="adj" fmla="val 50000"/>
            </a:avLst>
          </a:prstGeom>
          <a:solidFill>
            <a:srgbClr val="1B2A6B"/>
          </a:solidFill>
          <a:ln/>
        </p:spPr>
      </p:sp>
      <p:sp>
        <p:nvSpPr>
          <p:cNvPr id="27" name="Text 20"/>
          <p:cNvSpPr/>
          <p:nvPr/>
        </p:nvSpPr>
        <p:spPr>
          <a:xfrm>
            <a:off x="868680" y="580644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MASLAHAT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Terminlarni gap ichida, real misollar bilan o'rganing — shunda esda yaxshi qoladi.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41-dars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8541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Asosiy terminlar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7" name="Shape 4"/>
          <p:cNvSpPr/>
          <p:nvPr/>
        </p:nvSpPr>
        <p:spPr>
          <a:xfrm>
            <a:off x="786384" y="178308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Text 5"/>
          <p:cNvSpPr/>
          <p:nvPr/>
        </p:nvSpPr>
        <p:spPr>
          <a:xfrm>
            <a:off x="109728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stack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83464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[ful stak]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11480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To'liq (front + back)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2" name="Shape 9"/>
          <p:cNvSpPr/>
          <p:nvPr/>
        </p:nvSpPr>
        <p:spPr>
          <a:xfrm>
            <a:off x="786384" y="2642616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3" name="Text 10"/>
          <p:cNvSpPr/>
          <p:nvPr/>
        </p:nvSpPr>
        <p:spPr>
          <a:xfrm>
            <a:off x="109728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83464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[frontend]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11480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Ko'rinadigan qism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7" name="Shape 14"/>
          <p:cNvSpPr/>
          <p:nvPr/>
        </p:nvSpPr>
        <p:spPr>
          <a:xfrm>
            <a:off x="786384" y="3502152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8" name="Text 15"/>
          <p:cNvSpPr/>
          <p:nvPr/>
        </p:nvSpPr>
        <p:spPr>
          <a:xfrm>
            <a:off x="109728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283464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[bekend]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11480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qismi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4864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2" name="Shape 19"/>
          <p:cNvSpPr/>
          <p:nvPr/>
        </p:nvSpPr>
        <p:spPr>
          <a:xfrm>
            <a:off x="786384" y="4361688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23" name="Text 20"/>
          <p:cNvSpPr/>
          <p:nvPr/>
        </p:nvSpPr>
        <p:spPr>
          <a:xfrm>
            <a:off x="109728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Framework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283464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[freymvork]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411480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Ishchi tuzilma (asos)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53796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7" name="Shape 24"/>
          <p:cNvSpPr/>
          <p:nvPr/>
        </p:nvSpPr>
        <p:spPr>
          <a:xfrm>
            <a:off x="6775704" y="178308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28" name="Text 25"/>
          <p:cNvSpPr/>
          <p:nvPr/>
        </p:nvSpPr>
        <p:spPr>
          <a:xfrm>
            <a:off x="708660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882396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[stak]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1010412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Texnologiyalar to'plami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53796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2" name="Shape 29"/>
          <p:cNvSpPr/>
          <p:nvPr/>
        </p:nvSpPr>
        <p:spPr>
          <a:xfrm>
            <a:off x="6775704" y="2642616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33" name="Text 30"/>
          <p:cNvSpPr/>
          <p:nvPr/>
        </p:nvSpPr>
        <p:spPr>
          <a:xfrm>
            <a:off x="708660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Integration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882396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[integreyshn]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1010412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Birlashtirish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653796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7" name="Shape 34"/>
          <p:cNvSpPr/>
          <p:nvPr/>
        </p:nvSpPr>
        <p:spPr>
          <a:xfrm>
            <a:off x="6775704" y="3502152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38" name="Text 35"/>
          <p:cNvSpPr/>
          <p:nvPr/>
        </p:nvSpPr>
        <p:spPr>
          <a:xfrm>
            <a:off x="708660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882396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[diploi]</a:t>
            </a:r>
            <a:endParaRPr lang="en-US" sz="1150" dirty="0"/>
          </a:p>
        </p:txBody>
      </p:sp>
      <p:sp>
        <p:nvSpPr>
          <p:cNvPr id="40" name="Text 37"/>
          <p:cNvSpPr/>
          <p:nvPr/>
        </p:nvSpPr>
        <p:spPr>
          <a:xfrm>
            <a:off x="1010412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Joylashtirish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53796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42" name="Shape 39"/>
          <p:cNvSpPr/>
          <p:nvPr/>
        </p:nvSpPr>
        <p:spPr>
          <a:xfrm>
            <a:off x="6775704" y="4361688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43" name="Text 40"/>
          <p:cNvSpPr/>
          <p:nvPr/>
        </p:nvSpPr>
        <p:spPr>
          <a:xfrm>
            <a:off x="708660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882396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[arkitekcher]</a:t>
            </a:r>
            <a:endParaRPr lang="en-US" sz="1150" dirty="0"/>
          </a:p>
        </p:txBody>
      </p:sp>
      <p:sp>
        <p:nvSpPr>
          <p:cNvPr id="45" name="Text 42"/>
          <p:cNvSpPr/>
          <p:nvPr/>
        </p:nvSpPr>
        <p:spPr>
          <a:xfrm>
            <a:off x="1010412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Tuzilma (loyiha)</a:t>
            </a:r>
            <a:endParaRPr lang="en-US" sz="1150" dirty="0"/>
          </a:p>
        </p:txBody>
      </p:sp>
      <p:sp>
        <p:nvSpPr>
          <p:cNvPr id="46" name="Text 43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41-dars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6A2C9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Foydali iboralar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gap ichida — aynan shunday ular real ishda ishlatiladi: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14400" y="2034540"/>
            <a:ext cx="822960" cy="82296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2235708"/>
            <a:ext cx="420624" cy="4206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011680" y="1993392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"A full stack developer knows both sides."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2011680" y="2542032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stack dasturchi ikki tomonni biladi.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48640" y="3355848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914400" y="3561588"/>
            <a:ext cx="822960" cy="82296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3762756"/>
            <a:ext cx="420624" cy="4206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011680" y="3520440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"What is your tech stack?"</a:t>
            </a:r>
            <a:endParaRPr lang="en-US" sz="1900" dirty="0"/>
          </a:p>
        </p:txBody>
      </p:sp>
      <p:sp>
        <p:nvSpPr>
          <p:cNvPr id="16" name="Text 11"/>
          <p:cNvSpPr/>
          <p:nvPr/>
        </p:nvSpPr>
        <p:spPr>
          <a:xfrm>
            <a:off x="2011680" y="4069080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Texnologiyalar to'plamingiz qanday?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548640" y="4882896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914400" y="5088636"/>
            <a:ext cx="822960" cy="82296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289804"/>
            <a:ext cx="420624" cy="42062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2011680" y="5047488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"Integrate the frontend with the backend."</a:t>
            </a:r>
            <a:endParaRPr lang="en-US" sz="1900" dirty="0"/>
          </a:p>
        </p:txBody>
      </p:sp>
      <p:sp>
        <p:nvSpPr>
          <p:cNvPr id="21" name="Text 15"/>
          <p:cNvSpPr/>
          <p:nvPr/>
        </p:nvSpPr>
        <p:spPr>
          <a:xfrm>
            <a:off x="2011680" y="5596128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Frontendni backend bilan birlashtiring.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41-dars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suhbat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Mavzuga oid qisqa suhbat: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1943100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0080" y="19431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1554480" y="1783080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874520" y="192024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Are you a frontend developer?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874520" y="237744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 frontend dasturchimisan?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10820095" y="3159252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10820095" y="315925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3047695" y="2999232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367735" y="3136392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I'm full stack actually.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367735" y="3593592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Aslida men full stackman.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40080" y="4375404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40080" y="4375404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1554480" y="4215384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1874520" y="4352544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you do backend too?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874520" y="4809744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Demak backend ham qilasanmi?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10820095" y="5591556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10820095" y="5591556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24" name="Shape 21"/>
          <p:cNvSpPr/>
          <p:nvPr/>
        </p:nvSpPr>
        <p:spPr>
          <a:xfrm>
            <a:off x="3047695" y="5431536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3367735" y="5568696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Yes, both front and back.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3367735" y="6025896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Ha, ham front, ham back.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41-dars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 mashq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00200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4672" y="1833372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8" name="Text 5"/>
          <p:cNvSpPr/>
          <p:nvPr/>
        </p:nvSpPr>
        <p:spPr>
          <a:xfrm>
            <a:off x="804672" y="18333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417320" y="1600200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“To'liq (front + back)” — inglizchasi qaysi so'z?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2670048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04672" y="2903220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2" name="Text 9"/>
          <p:cNvSpPr/>
          <p:nvPr/>
        </p:nvSpPr>
        <p:spPr>
          <a:xfrm>
            <a:off x="804672" y="29032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417320" y="2670048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Tarjima qiling: «Full stack dasturchi ikki tomonni biladi.»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3739896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04672" y="3973068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6" name="Text 13"/>
          <p:cNvSpPr/>
          <p:nvPr/>
        </p:nvSpPr>
        <p:spPr>
          <a:xfrm>
            <a:off x="804672" y="39730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417320" y="3739896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 keltiring: Frontend · Backend · Framework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48640" y="4809744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04672" y="5042916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20" name="Text 17"/>
          <p:cNvSpPr/>
          <p:nvPr/>
        </p:nvSpPr>
        <p:spPr>
          <a:xfrm>
            <a:off x="804672" y="504291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417320" y="4809744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“Full stack” so'zi bilan bitta inglizcha gap tuzing.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7772400" y="1600200"/>
            <a:ext cx="3867912" cy="4498848"/>
          </a:xfrm>
          <a:prstGeom prst="roundRect">
            <a:avLst>
              <a:gd name="adj" fmla="val 3310"/>
            </a:avLst>
          </a:prstGeom>
          <a:solidFill>
            <a:srgbClr val="E8541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920240"/>
            <a:ext cx="640080" cy="6400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8823960" y="19202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Uy vazifasi</a:t>
            </a:r>
            <a:endParaRPr lang="en-US" sz="2400" dirty="0"/>
          </a:p>
        </p:txBody>
      </p:sp>
      <p:sp>
        <p:nvSpPr>
          <p:cNvPr id="25" name="Text 21"/>
          <p:cNvSpPr/>
          <p:nvPr/>
        </p:nvSpPr>
        <p:spPr>
          <a:xfrm>
            <a:off x="8092440" y="2788920"/>
            <a:ext cx="3246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 o'rgangan barcha terminlarni daftaringizga yozing va har biri bilan bittadan inglizcha gap tuzing.</a:t>
            </a:r>
            <a:endParaRPr lang="en-US" sz="1500" dirty="0"/>
          </a:p>
        </p:txBody>
      </p:sp>
      <p:sp>
        <p:nvSpPr>
          <p:cNvPr id="26" name="Shape 22"/>
          <p:cNvSpPr/>
          <p:nvPr/>
        </p:nvSpPr>
        <p:spPr>
          <a:xfrm>
            <a:off x="8092440" y="5029200"/>
            <a:ext cx="3246120" cy="777240"/>
          </a:xfrm>
          <a:prstGeom prst="roundRect">
            <a:avLst>
              <a:gd name="adj" fmla="val 11765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27" name="Text 23"/>
          <p:cNvSpPr/>
          <p:nvPr/>
        </p:nvSpPr>
        <p:spPr>
          <a:xfrm>
            <a:off x="8092440" y="5029200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Keyingi darsda tekshiramiz!</a:t>
            </a: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41-dars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6A2C91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206240"/>
            <a:ext cx="3657600" cy="36576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37215" y="457200"/>
            <a:ext cx="960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0367" y="530352"/>
            <a:ext cx="813816" cy="8138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640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Esda saqlang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685800" y="1554480"/>
            <a:ext cx="146304" cy="146304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Shape 5"/>
          <p:cNvSpPr/>
          <p:nvPr/>
        </p:nvSpPr>
        <p:spPr>
          <a:xfrm>
            <a:off x="1051560" y="1554480"/>
            <a:ext cx="146304" cy="146304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9" name="Shape 6"/>
          <p:cNvSpPr/>
          <p:nvPr/>
        </p:nvSpPr>
        <p:spPr>
          <a:xfrm>
            <a:off x="1417320" y="1554480"/>
            <a:ext cx="146304" cy="146304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0" name="Shape 7"/>
          <p:cNvSpPr/>
          <p:nvPr/>
        </p:nvSpPr>
        <p:spPr>
          <a:xfrm>
            <a:off x="1783080" y="1554480"/>
            <a:ext cx="146304" cy="146304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1" name="Shape 8"/>
          <p:cNvSpPr/>
          <p:nvPr/>
        </p:nvSpPr>
        <p:spPr>
          <a:xfrm>
            <a:off x="2148840" y="1554480"/>
            <a:ext cx="146304" cy="146304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2" name="Shape 9"/>
          <p:cNvSpPr/>
          <p:nvPr/>
        </p:nvSpPr>
        <p:spPr>
          <a:xfrm>
            <a:off x="2514600" y="1554480"/>
            <a:ext cx="146304" cy="146304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3" name="Shape 10"/>
          <p:cNvSpPr/>
          <p:nvPr/>
        </p:nvSpPr>
        <p:spPr>
          <a:xfrm>
            <a:off x="640080" y="2148840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868680" y="2295144"/>
            <a:ext cx="548640" cy="54864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2441448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645920" y="2148840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«Full Stack Vocabulary» bo'yicha 8 ta muhim termin o'rgandingiz.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640080" y="3191256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8" name="Shape 14"/>
          <p:cNvSpPr/>
          <p:nvPr/>
        </p:nvSpPr>
        <p:spPr>
          <a:xfrm>
            <a:off x="868680" y="3337560"/>
            <a:ext cx="548640" cy="54864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3483864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45920" y="3191256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So'zlarni kontekst — gap ichida yodlang, alohida emas.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640080" y="4233672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2" name="Shape 17"/>
          <p:cNvSpPr/>
          <p:nvPr/>
        </p:nvSpPr>
        <p:spPr>
          <a:xfrm>
            <a:off x="868680" y="4379976"/>
            <a:ext cx="548640" cy="54864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" y="4526280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645920" y="4233672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Kod, hujjat va ish — barchasi ingliz tilini talab qiladi.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640080" y="5276088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6" name="Shape 20"/>
          <p:cNvSpPr/>
          <p:nvPr/>
        </p:nvSpPr>
        <p:spPr>
          <a:xfrm>
            <a:off x="868680" y="5422392"/>
            <a:ext cx="548640" cy="54864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984" y="5568696"/>
            <a:ext cx="256032" cy="25603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645920" y="5276088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stack, Frontend va Backend kabi so'zlarni ishlatib ko'ring.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640080" y="61722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Rahmat! Mashq qilishni unutmang.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Full Stack Vocabulary</dc:title>
  <dc:subject>PptxGenJS Presentation</dc:subject>
  <dc:creator>IT Shaharcha</dc:creator>
  <cp:lastModifiedBy>IT Shaharcha</cp:lastModifiedBy>
  <cp:revision>1</cp:revision>
  <dcterms:created xsi:type="dcterms:W3CDTF">2026-06-17T02:15:39Z</dcterms:created>
  <dcterms:modified xsi:type="dcterms:W3CDTF">2026-06-17T02:15:39Z</dcterms:modified>
</cp:coreProperties>
</file>