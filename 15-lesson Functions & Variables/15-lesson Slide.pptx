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&amp; Variables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 va o'zgaruvchi yaratish hamda tushuntirish uchun inglizcha gaplar.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15-dars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Funksiyalar kodni qayta ishlatishga, o'zgaruvchilar esa ma'lumot saqlashga yordam beradi. parameter, argument, return kabi so'zlarni bilish toza kod yozishga olib keladi.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[fankshn]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15-dars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15-dars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[fankshn]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[veriebl]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[paramiter]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 (kirish nomi)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Argument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[argyument]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(kirish qiymati)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[ritörn]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Qaytarish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[difayn]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Aniqlash / e'lon qilish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[kol]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Chaqirish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[skoup]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Ko'rinish doirasi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15-dars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"Define a function with two parameters."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parametrli funksiya aniqlang.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variable stores the user's age."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O'zgaruvchi foydalanuvchi yoshini saqlaydi.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"Call the function with an argument."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Funksiyani argument bilan chaqiring.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15-dars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parameter?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 nima?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input name of a function.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funksiyaning kirish nomi.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an argument?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actual value you pass.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siz uzatadigan haqiqiy qiymat.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15-dars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“Funksiya”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«Ikki parametrli funksiya aniqlang.»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Variable · Parameter · Argument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“Function”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15-dars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«Functions &amp; Variables»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Function, Variable va Parameter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&amp; Variables</dc:title>
  <dc:subject>PptxGenJS Presentation</dc:subject>
  <dc:creator>IT Shaharcha</dc:creator>
  <cp:lastModifiedBy>IT Shaharcha</cp:lastModifiedBy>
  <cp:revision>1</cp:revision>
  <dcterms:created xsi:type="dcterms:W3CDTF">2026-06-17T02:15:30Z</dcterms:created>
  <dcterms:modified xsi:type="dcterms:W3CDTF">2026-06-17T02:15:30Z</dcterms:modified>
</cp:coreProperties>
</file>