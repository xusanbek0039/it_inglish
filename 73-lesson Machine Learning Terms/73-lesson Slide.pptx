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Terms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terminlari: training model, accuracy, algorithm va neural network.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Mashina o'rganishi kompyuterlarni ma'lumotdan o'qitadi. model, training, accuracy kabi so'zlar ML muhandisining tilidir. Bu darsda ML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(tizim)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(tizim)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[treyning]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[akyurasi]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Aniqlik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[algoritm]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[nyural netvork]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Neyron tarmoq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 (xususiyat)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[predikt]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Bashorat qilish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[leybl]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 (javob)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"Train the model on the data."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Modelni ma'lumotda o'qiting.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accuracy is ninety percent."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Aniqlik to'qson foiz.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algorithm learns from examples."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 misollardan o'rganadi.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model learn?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qanday o'rganadi?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train it on data.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uni ma'lumotda o'qitamiz.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accurate?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aniqmi?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ninety percent accuracy.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to'qson foiz aniqlik.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 (tizim)”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«Modelni ma'lumotda o'qiting.»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Training · Accuracy · Algorithm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«Machine Learning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Training va Accuracy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Terms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