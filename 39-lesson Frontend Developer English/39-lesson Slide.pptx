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Developer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dasturchilar terminlari va real ish jarayonidagi iboralar.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39-dars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dasturchi foydalanuvchi ko'radigan qismni yaratadi. component, responsive, layout, style kabi so'zlar uning kundalik tilidir. Bu darsda frontend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[frontend]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Ko'rinadigan qism (interfeys)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39-dars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39-dars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[frontend]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Ko'rinadigan qism (interfeys)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[komponent]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(bo'lak)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[leyaut]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Joylashuv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[stayl]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Uslub (ko'rinish)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[risponsiv]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Moslashuvchan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[render]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Chizish / ko'rsatish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[steyt]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[ivent]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Hodisa (bosish)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39-dars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"Build a reusable component."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ishlatiladigan komponent yarating.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layout must be responsive."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Joylashuv moslashuvchan bo'lishi kerak.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"Handle the click event."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Bosish hodisasini boshqaring.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39-dars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build this page?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sahifani yasay olasanmi?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Sure, I'll make it responsive.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Albatta, moslashuvchan qilaman.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reusable components.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ishlatiladigan komponentlardan foydalan.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my plan.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mening rejam.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39-dars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“Ko'rinadigan qism (interfeys)”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«Qayta ishlatiladigan komponent yarating.»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Component · Layout · Style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“Frontend”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39-dars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«Frontend Developer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Component va Layout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Developer English</dc:title>
  <dc:subject>PptxGenJS Presentation</dc:subject>
  <dc:creator>IT Shaharcha</dc:creator>
  <cp:lastModifiedBy>IT Shaharcha</cp:lastModifiedBy>
  <cp:revision>1</cp:revision>
  <dcterms:created xsi:type="dcterms:W3CDTF">2026-06-17T02:15:39Z</dcterms:created>
  <dcterms:modified xsi:type="dcterms:W3CDTF">2026-06-17T02:15:39Z</dcterms:modified>
</cp:coreProperties>
</file>