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Developer Conversation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Dasturchilar orasidagi real suhbatlar va amaliy speaking practice.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ish muhitida dasturchilar bir-biri bilan kod, muammo va g'oyalar haqida gaplashadi. Bu darsda haqiqiy suhbatlarda ishlatiladigan tabiiy iboralarni mashq qilamiz.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[ficher]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 / funksiya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[ficher]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 / funksiya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[ishyu]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[approuch]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Yondashuv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[solyushn]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[rifaktor]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Kodni yaxshilash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[rivyu]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Ko'rib chiqish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[merj]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Birlashtirish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[riliz]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approach should we take?"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yondashuv tanlaymiz?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found a better solution."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yaxshiroq yechim topdim.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refactor this code."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Keling, bu kodni yaxshilaymiz.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function is too long.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funksiya juda uzun.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Yeah, let's refactor it.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keling yaxshilaymiz.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I split it?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Bo'lib tashlaymi?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that's a clean approach.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bu toza yondashuv.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“Imkoniyat / funksiya”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«Qanday yondashuv tanlaymiz?»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Issue · Approach · Solution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“Feature”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«Real Developer Conversation»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Feature, Issue va Approach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Developer Conversation</dc:title>
  <dc:subject>PptxGenJS Presentation</dc:subject>
  <dc:creator>IT Shaharcha</dc:creator>
  <cp:lastModifiedBy>IT Shaharcha</cp:lastModifiedBy>
  <cp:revision>1</cp:revision>
  <dcterms:created xsi:type="dcterms:W3CDTF">2026-06-17T02:15:39Z</dcterms:created>
  <dcterms:modified xsi:type="dcterms:W3CDTF">2026-06-17T02:15:39Z</dcterms:modified>
</cp:coreProperties>
</file>