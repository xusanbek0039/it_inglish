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 Terms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terminlari: ads, campaign, targeting, engagement va analytics.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58-dars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marketing mahsulotni internetda targ'ib qiladi. ads, campaign, targeting kabi so'zlar marketologlar tilidir. Bu darsda marketing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58-dars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58-dars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[kampeyn]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Kampaniya (targ'ibot)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[targeting]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Maqsadli yo'naltirish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[ingeyjment]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Faollik (qiziqish)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[analitiks]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 (statistika)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[odiens]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Auditoriya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[konvörshn]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(xarid)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[rich]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 (ko'rganlar)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58-dars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"Launch a new ad campaign."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reklama kampaniyasini boshlang.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"Target the right audience."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auditoriyani nishonlang.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"Check the analytics every week."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hafta tahlilni tekshiring.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58-dars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ads don't work well.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Reklamalarimiz yaxshi ishlamayapti.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Maybe wrong targeting.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Balki noto'g'ri yo'naltirish.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know?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Buni qanday bilamiz?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the analytics.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Tahlilga qara.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58-dars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“Reklama”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«Yangi reklama kampaniyasini boshlang.»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Campaign · Targeting · Engagement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58-dars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«Digital Marketing Terms»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Ad, Campaign va Targeting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Marketing Terms</dc:title>
  <dc:subject>PptxGenJS Presentation</dc:subject>
  <dc:creator>IT Shaharcha</dc:creator>
  <cp:lastModifiedBy>IT Shaharcha</cp:lastModifiedBy>
  <cp:revision>1</cp:revision>
  <dcterms:created xsi:type="dcterms:W3CDTF">2026-06-17T02:15:47Z</dcterms:created>
  <dcterms:modified xsi:type="dcterms:W3CDTF">2026-06-17T02:15:47Z</dcterms:modified>
</cp:coreProperties>
</file>