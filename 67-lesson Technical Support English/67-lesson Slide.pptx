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Support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yordam ko'rsatishda ishlatiladigan inglizcha gaplar.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yordam mijozlarga muammoni hal qilishda ko'maklashadi. issue, solve, restart kabi so'zlar support xodimining tilidir. Bu darsda texnik yordam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[saport]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 (texnik)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[saport]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 (texnik)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[ishyu]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[solv]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qilish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[ristart]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yoqish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[chek]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[kastomer]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[tiket]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Murojaat (so'rov)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[rizolv]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Bartaraf etish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can I help you today?"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sizga qanday yordam beray?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"Please restart your device."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Iltimos, qurilmangizni qayta yoqing.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"Your issue is resolved."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Muammoyingiz hal qilindi.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internet is not working.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Internetim ishlamayapti.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Please restart your router.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Iltimos, routerni qayta yoqing.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Okay, done.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Mayli, qildim.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working now?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ishlayaptimi?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“Yordam (texnik)”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«Bugun sizga qanday yordam beray?»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Issue · Solve · Restart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“Support”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«Technical Support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Issue va Solve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Support English</dc:title>
  <dc:subject>PptxGenJS Presentation</dc:subject>
  <dc:creator>IT Shaharcha</dc:creator>
  <cp:lastModifiedBy>IT Shaharcha</cp:lastModifiedBy>
  <cp:revision>1</cp:revision>
  <dcterms:created xsi:type="dcterms:W3CDTF">2026-06-17T02:15:48Z</dcterms:created>
  <dcterms:modified xsi:type="dcterms:W3CDTF">2026-06-17T02:15:48Z</dcterms:modified>
</cp:coreProperties>
</file>