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Messages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yozishda chiqadigan xatolar: syntax error, invalid syntax, exception va boshqalar.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16-dars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 xabarlari — dasturchining do'sti. Ular muammoni inglizcha tushuntiradi: syntax error, undefined, exception. Bu xabarlarni tushunsangiz, xatolarni tez tuzatasiz.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[error]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16-dars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16-dars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[error]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 error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[sintaks error]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Yozuv xatosi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[iksepshn]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Istisno (xato hodisa)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Undefined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[andifaynd]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Aniqlanmagan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Invalid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[invalid]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Noto'g'ri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Warning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[vorning]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Ogohlantirish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Crash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[krash]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Buzilish (to'xtab qolish)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trace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[stak treys]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 izi (qatlamlar)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16-dars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got a syntax error on line 5."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5-qatorda yozuv xatosi chiqdi.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"This variable is undefined."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o'zgaruvchi aniqlanmagan.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"Read the error message carefully."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 xabarini diqqat bilan o'qing.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16-dars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code shows an error.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Kodim xato ko'rsatyapti.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the message say?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Xabar nima deyapti?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says 'invalid syntax'.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'Noto'g'ri yozuv' deyapti.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for a missing bracket.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Tushib qolgan qavsni tekshir.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16-dars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“Xato”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«5-qatorda yozuv xatosi chiqdi.»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Syntax error · Exception · Undefined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“Error”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16-dars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«Error Messages»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Error, Syntax error va Exception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Error Messages</dc:title>
  <dc:subject>PptxGenJS Presentation</dc:subject>
  <dc:creator>IT Shaharcha</dc:creator>
  <cp:lastModifiedBy>IT Shaharcha</cp:lastModifiedBy>
  <cp:revision>1</cp:revision>
  <dcterms:created xsi:type="dcterms:W3CDTF">2026-06-17T02:15:30Z</dcterms:created>
  <dcterms:modified xsi:type="dcterms:W3CDTF">2026-06-17T02:15:30Z</dcterms:modified>
</cp:coreProperties>
</file>