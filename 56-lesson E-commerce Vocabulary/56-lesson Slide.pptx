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savdo terminlari: online store, checkout, cart, payment gateway.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tijorat onlayn savdoni anglatadi. cart, checkout, payment kabi so'zlar har bir internet do'konida uchraydi. Bu darsda e-commerce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store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[onlayn stor]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do'kon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store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[onlayn stor]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do'kon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[kart]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[chekaut]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To'lovga o'tish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gateway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[peyment geytvey]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tizimi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[order]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[prodakt]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[diskaunt]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Chegirma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[delivöri]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Yetkazib berish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the product to the cart."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Mahsulotni savatga qo'shing.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"Proceed to checkout."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To'lovga o'ting.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order will be delivered tomorrow."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ertaga yetkaziladi.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buy this?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qanday sotib olaman?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it to the cart and checkout.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Savatga qo'shib, to'lovga o't.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discount?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Chegirma bormi?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ten percent today.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bugun o'n foiz.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“Onlayn do'kon”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«Mahsulotni savatga qo'shing.»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Cart · Checkout · Payment gateway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“Online store”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«E-commerce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store, Cart va Checkout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Vocabulary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