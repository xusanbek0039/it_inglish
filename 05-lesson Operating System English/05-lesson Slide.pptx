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 va MacOS bilan bog'liq inglizcha so'zlar va asosiy buyruqlar.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— kompyuterni boshqaruvchi asosiy dastur. Windows, Linux yoki MacOS bilan ishlaganda settings, desktop, taskbar kabi inglizcha so'zlar doimo uchraydi. Bu darsda OT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 system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[opereyting sistem]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[opereyting sistem]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[desktop]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Taskbar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[taskbar]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Vazifalar paneli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[settings]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Sozlamalar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[window]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Oyna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[folder]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Shortcut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[shortkat]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Yorliq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[apdeyt]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Yangilash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"Open the settings menu."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Sozlamalar menyusini oching.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"Create a shortcut on the desktop."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stolida yorliq yarating.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system needs an update."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yangilanishga muhtoj.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the settings?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Sozlamalar qayerda?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the icon on the taskbar.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Vazifalar panelidagi belgini bos.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operating system do you use?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operatsion tizimdan foydalanasan?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use Windows, but I like Linux too.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Windows'dan, lekin Linux'ni ham yoqtiraman.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“Operatsion tizim”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«Sozlamalar menyusini oching.»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Desktop · Taskbar · Settings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“Operating system”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«Operating System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system, Desktop va Taskbar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 English</dc:title>
  <dc:subject>PptxGenJS Presentation</dc:subject>
  <dc:creator>IT Shaharcha</dc:creator>
  <cp:lastModifiedBy>IT Shaharcha</cp:lastModifiedBy>
  <cp:revision>1</cp:revision>
  <dcterms:created xsi:type="dcterms:W3CDTF">2026-06-17T02:15:29Z</dcterms:created>
  <dcterms:modified xsi:type="dcterms:W3CDTF">2026-06-17T02:15:29Z</dcterms:modified>
</cp:coreProperties>
</file>