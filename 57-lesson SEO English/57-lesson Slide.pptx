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 English</a:t>
            </a:r>
            <a:endParaRPr lang="en-US" sz="58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terminlari: meta tags, keywords, ranking, optimization va indexing.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saytni qidiruvda yuqoriga ko'taradi. keywords, ranking, optimization kabi so'zlar SEO mutaxassisining tilidir. Bu darsda SEO terminlarini o'rganamiz.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SEO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[es-i-ou]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optimizatsiyasi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[es-i-ou]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Qidiruv optimizatsiyasi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Keyword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[kivord]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 so'z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[ranking]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Reyting (o'rin)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[optimizeyshn]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Optimallashtirish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Indexing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[indeksing]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Indekslash (saqlash)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 tag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[meta tag]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teg (ma'lumot)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[trafik]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Tashriflar oqimi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Backlink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[beklink]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Tashqi havola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"Use the right keywords."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To'g'ri kalit so'zlardan foydalaning.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"Improve the site's ranking."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Sayt reytingini yaxshilang.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"Google indexes the new pages."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yangi sahifalarni indekslaydi.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my site not on Google?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 saytim Google'da yo'q?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not indexed yet.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hali indekslanmagan.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I rank higher?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Qanday yuqoriroq chiqaman?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better keywords.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Yaxshiroq kalit so'zlar ishlat.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“Qidiruv optimizatsiyasi”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«To'g'ri kalit so'zlardan foydalaning.»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Keyword · Ranking · Optimization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“SEO”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57-dars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«SEO English»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SEO, Keyword va Ranking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English</dc:title>
  <dc:subject>PptxGenJS Presentation</dc:subject>
  <dc:creator>IT Shaharcha</dc:creator>
  <cp:lastModifiedBy>IT Shaharcha</cp:lastModifiedBy>
  <cp:revision>1</cp:revision>
  <dcterms:created xsi:type="dcterms:W3CDTF">2026-06-17T02:15:47Z</dcterms:created>
  <dcterms:modified xsi:type="dcterms:W3CDTF">2026-06-17T02:15:47Z</dcterms:modified>
</cp:coreProperties>
</file>