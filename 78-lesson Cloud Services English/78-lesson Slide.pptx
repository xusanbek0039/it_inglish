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Services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 va Google Cloud bilan bog'liq terminlar.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78-dars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xizmatlari ilovalarni internetda ishlatadi. AWS, Azure, instance, storage kabi so'zlar bu sohaning tilidir. Bu darsda bulut xizmatlari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service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[klaud servis]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xizmati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78-dars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78-dars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[klaud servis]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xizmati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[instans]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 (virtual server)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[storeyj]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 joyi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[skeylabiliti]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Kengayuvchanlik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[rijn]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 (server joyi)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[kompyut]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Hisoblash quvvati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[diploi]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Joylashtirish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[billing]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hisobi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78-dars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"Deploy the app on AWS."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Ilovani AWS'da joylashtiring.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need more compute power."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Bizga ko'proq hisoblash quvvati kerak.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"Choose a region close to users."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Foydalanuvchilarga yaqin hududni tanlang.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78-dars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we host the app?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Ilovani qayerda joylashtiramiz?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cloud service like AWS.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kabi bulut xizmatida.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it grow with users?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 bilan o'sadimi?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it's scalable.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u kengayuvchan.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78-dars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“Bulut xizmati”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«Ilovani AWS'da joylashtiring.»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Instance · Storage · Scalability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“Cloud service”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78-dars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«Cloud Services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service, Instance va Storage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Services English</dc:title>
  <dc:subject>PptxGenJS Presentation</dc:subject>
  <dc:creator>IT Shaharcha</dc:creator>
  <cp:lastModifiedBy>IT Shaharcha</cp:lastModifiedBy>
  <cp:revision>1</cp:revision>
  <dcterms:created xsi:type="dcterms:W3CDTF">2026-06-17T02:15:54Z</dcterms:created>
  <dcterms:modified xsi:type="dcterms:W3CDTF">2026-06-17T02:15:54Z</dcterms:modified>
</cp:coreProperties>
</file>