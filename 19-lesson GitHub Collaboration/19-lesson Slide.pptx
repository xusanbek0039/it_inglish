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Collaboration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Jamoada GitHub'da ishlash: merge, conflict, clone, pull request va review.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jamoaviy ishlash uchun mo'ljallangan. Pull request yuboramiz, kodni review qilamiz, conflict'larni hal qilamiz. Bu so'zlar jamoaviy loyihalarda doimo kerak bo'ladi.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[pul rikvest]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O'zgarish so'rovi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[pul rikvest]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O'zgarish so'rovi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[merj]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[konflikt]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To'qnashuv (kodda)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[kloun]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olish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[rivyu]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Ko'rib chiqish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ajratish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[ishyu]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/ vazifa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[kolaboreytor]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 (loyihada)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 a pull request for review."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Ko'rib chiqish uchun so'rov oching.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have a merge conflict."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Bizda birlashtirish to'qnashuvi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 review my code."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kodimni ko'rib chiqing.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opened a pull request.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so'rov ochdim.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I'll review it now.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ko'rib chiqaman.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might be a conflict.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To'qnashuv bo'lishi mumkin.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problem, we can fix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yo'q, tuzata olamiz.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“O'zgarish so'rovi”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«Ko'rib chiqish uchun so'rov oching.»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Merge · Conflict · Clone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“Pull request”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«GitHub Collaboration»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request, Merge va Conflict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Collaboration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