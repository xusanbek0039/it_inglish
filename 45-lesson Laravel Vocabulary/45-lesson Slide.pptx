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 Vocabulary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terminlari: route, controller, model, migration, blade va artisan.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— PHP'ning kuchli framework'i. route, controller, model kabi so'zlar uning tuzilmasini tashkil etadi. Bu darsda Laravel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(manzil)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(manzil)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[kontroller]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Boshqaruvchi (mantiq)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(ma'lumot)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[maygreyshn]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tuzilmasi o'zgarishi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[bleyd]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Shablon tizimi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Artisan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[artizan]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 vositasi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[midlveyr]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Oraliq funksiya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Eloquent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[elokvent]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bilan ishlash usuli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"Create a controller for users."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 uchun controller yarating.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"Run the migration to update the database."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Bazani yangilash uchun migratsiyani bajaring.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"Define a route for the page."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uchun yo'l aniqlang.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I put the logic?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Mantiqni qayerga qo'yaman?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controller.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Controllerga.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create a table?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Jadvalni qanday yarataman?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migration.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Migratsiyadan foydalan.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“Yo'l (manzil)”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«Foydalanuvchilar uchun controller yarating.»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Controller · Model · Migration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“Route”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«Laravel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Controller va Model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Vocabulary</dc:title>
  <dc:subject>PptxGenJS Presentation</dc:subject>
  <dc:creator>IT Shaharcha</dc:creator>
  <cp:lastModifiedBy>IT Shaharcha</cp:lastModifiedBy>
  <cp:revision>1</cp:revision>
  <dcterms:created xsi:type="dcterms:W3CDTF">2026-06-17T02:15:45Z</dcterms:created>
  <dcterms:modified xsi:type="dcterms:W3CDTF">2026-06-17T02:15:45Z</dcterms:modified>
</cp:coreProperties>
</file>