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&amp; Business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terminlari: startup, investment, client, product, service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startaplari biznes tili bilan chambarchas bog'liq. startup, investment, product, customer kabi so'zlar tadbirkorlik suhbatlarida uchraydi. Bu darsda biznes-IT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[startap]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tashabbus (kompaniya)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[startap]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tashabbus (kompaniya)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[investment]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Sarmoya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[prodakt]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[servis]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[kastomer]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[revenyu]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[market]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[grouth]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"Our startup needs investment."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Startapimizga sarmoya kerak.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focus on the customer's needs."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mijoz ehtiyojlariga e'tibor beramiz.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product is ready for the market."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bozorga tayyor.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your startup do?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Startapingiz nima qiladi?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apps for small businesses.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kichik bizneslar uchun ilova yasaymiz.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have customers?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Mijozlaringiz bormi?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and our revenue is growing.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daromadimiz o'smoqda.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“Yangi tashabbus (kompaniya)”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«Startapimizga sarmoya kerak.»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Investment · Product · Service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“Startup”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«Startup &amp; Business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Investment va Product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&amp; Business English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