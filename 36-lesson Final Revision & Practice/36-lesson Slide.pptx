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Revision &amp; Practice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Birinchi blok mavzularini takrorlash, mini test va speaking practice.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36-dars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dars o'tilgan mavzularni mustahkamlashga bag'ishlangan. Asosiy terminlarni takrorlaymiz, gap tuzamiz va suhbat mashq qilamiz. Takrorlash — bilimni uzoq saqlashning kalitidir.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[rivyu]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Takrorlash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36-dars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36-dars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[rivyu]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Takrorlash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[praktis]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Mashq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Vocabulary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[vokabyulari]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 boyligi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Sentence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[sentens]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[transleyt]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qilish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[ripit]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Takrorlash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[rimember]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Eslab qolish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[kviz]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test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36-dars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"Let's review the vocabulary."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Keling, so'zlarni takrorlaymiz.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"Make a sentence with this word."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so'z bilan gap tuzing.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"Translate this into English."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Buni ingliz tiliga tarjima qiling.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36-dars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you remember 'deploy'?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'Deploy'ni eslaysanmi?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Yes, it means to publish the app.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ilovani joylashtirish degani.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a sentence with it.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bilan gap tuz.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deploy the app every Friday.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ilovani har juma joylashtiramiz.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36-dars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“Takrorlash”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«Keling, so'zlarni takrorlaymiz.»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Practice · Vocabulary · Sentence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“Review”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36-dars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«Final Revision &amp; Practice»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Practice va Vocabulary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Revision &amp; Practice</dc:title>
  <dc:subject>PptxGenJS Presentation</dc:subject>
  <dc:creator>IT Shaharcha</dc:creator>
  <cp:lastModifiedBy>IT Shaharcha</cp:lastModifiedBy>
  <cp:revision>1</cp:revision>
  <dcterms:created xsi:type="dcterms:W3CDTF">2026-06-17T02:15:39Z</dcterms:created>
  <dcterms:modified xsi:type="dcterms:W3CDTF">2026-06-17T02:15:39Z</dcterms:modified>
</cp:coreProperties>
</file>