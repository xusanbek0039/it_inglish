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Basics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teglarining inglizcha ma'nolari: div, body, head, title, paragraph va heading.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veb-sahifalarning asosi. Har bir teg inglizcha so'zdan kelib chiqqan: body (tana), head (bosh), title (sarlavha). Teglar ma'nosini bilish HTML'ni tushunishni osonlashtiradi.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 (HTML elementi)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 (HTML elementi)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[element]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[bodi]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tanasi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[hed]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boshi (texnik qism)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[taytl]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Sarlavha (sahifa nomi)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[heding]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Sarlavha matni (h1-h6)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Paragraph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[paragraf]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Abzas (p)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[div]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Bo'lim / blok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"Put the text inside a paragraph tag."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Matnni paragraf tegi ichiga qo'ying.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title appears in the browser tab."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Sarlavha brauzer bo'limida ko'rinadi.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a div to group elements."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Elementlarni guruhlash uchun div ishlating.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body tag do?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tegi nima qiladi?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holds all the visible content.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barcha ko'rinadigan kontentni saqlaydi.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make a big heading?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sarlavha qanday qilaman?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h1 tag for the main heading.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sarlavha uchun h1 tegidan foydalan.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“Teg (HTML elementi)”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«Matnni paragraf tegi ichiga qo'ying.»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Element · Body · Head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«HTML Basics»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Element va Body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Basics</dc:title>
  <dc:subject>PptxGenJS Presentation</dc:subject>
  <dc:creator>IT Shaharcha</dc:creator>
  <cp:lastModifiedBy>IT Shaharcha</cp:lastModifiedBy>
  <cp:revision>1</cp:revision>
  <dcterms:created xsi:type="dcterms:W3CDTF">2026-06-17T02:15:29Z</dcterms:created>
  <dcterms:modified xsi:type="dcterms:W3CDTF">2026-06-17T02:15:29Z</dcterms:modified>
</cp:coreProperties>
</file>