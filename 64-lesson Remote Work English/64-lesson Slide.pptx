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Work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Masofadan ishlash uchun kerakli inglizcha iboralar va terminlar.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Masofaviy ish bugun keng tarqalgan. remote, online, collaborate kabi so'zlar bu ish uslubining tilidir. Bu darsda masofaviy ish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[rimout]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Masofaviy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[rimout]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Masofaviy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[onlayn]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(internetda)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[kolaboreyt]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 qilish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zone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[taym zoun]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mintaqasi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[availabiliti]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Bandlik (vaqt)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[fleksibl]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Moslashuvchan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[tul]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 (dastur)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[produktiviti]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work remotely from home."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uydan masofadan ishlayman.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collaborate online every day."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har kuni onlayn hamkorlik qilamiz.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your time zone?"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mintaqangiz qanaqa?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work in the office?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ofisda ishlaysizmi?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No, I work remotely.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Yo'q, masofadan ishlayman.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collaborate?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hamkorlik qilasiz?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use online tools.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vositalardan foydalanamiz.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“Masofaviy”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«Men uydan masofadan ishlayman.»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Online · Collaborate · Time zone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“Remote”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«Remote Work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Online va Collaborate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Work English</dc:title>
  <dc:subject>PptxGenJS Presentation</dc:subject>
  <dc:creator>IT Shaharcha</dc:creator>
  <cp:lastModifiedBy>IT Shaharcha</cp:lastModifiedBy>
  <cp:revision>1</cp:revision>
  <dcterms:created xsi:type="dcterms:W3CDTF">2026-06-17T02:15:48Z</dcterms:created>
  <dcterms:modified xsi:type="dcterms:W3CDTF">2026-06-17T02:15:48Z</dcterms:modified>
</cp:coreProperties>
</file>