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Client Meeting Simulation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bilan uchrashuv va loyiha muhokamasi amaliyoti.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89-dars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bilan uchrashuv talab, byudjet va muddatni aniqlaydi. requirement, timeline, deliverable kabi so'zlar bu suhbatlarda uchraydi. Bu darsda mijoz uchrashuvi iboralarini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[rikvayrment]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 (ehtiyoj)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89-dars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89-dars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[rikvayrment]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 (ehtiyoj)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[taymlayn]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jadvali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[diliverabl]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Topshiriladigan natija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[maylstoun]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Bosqich (muhim nuqta)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[fidbek]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Fikr-mulohaza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[estimeyt]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Baholash (taxmin)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[apruv]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Tasdiqlash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[apdeyt]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Yangilik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89-dars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are your main requirements?"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talablaringiz nima?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timeline is four weeks."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jadvali to'rt hafta.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will send you weekly updates."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Sizga har hafta yangilik yuboraman.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89-dars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need for the project?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Loyiha uchun nima kerak?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online store.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Oddiy onlayn do'kon.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timeline is one month.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 jadvali bir oy.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Great, please send updates.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Ajoyib, yangiliklar yuboring.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89-dars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“Talab (ehtiyoj)”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«Asosiy talablaringiz nima?»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Timeline · Deliverable · Milestone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“Requirement”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89-dars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«Real Client Meeting Simulation»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Requirement, Timeline va Deliverable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Client Meeting Simulation</dc:title>
  <dc:subject>PptxGenJS Presentation</dc:subject>
  <dc:creator>IT Shaharcha</dc:creator>
  <cp:lastModifiedBy>IT Shaharcha</cp:lastModifiedBy>
  <cp:revision>1</cp:revision>
  <dcterms:created xsi:type="dcterms:W3CDTF">2026-06-17T02:15:56Z</dcterms:created>
  <dcterms:modified xsi:type="dcterms:W3CDTF">2026-06-17T02:15:56Z</dcterms:modified>
</cp:coreProperties>
</file>