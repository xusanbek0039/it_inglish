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Developer Conversation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ish muhitidagi murakkab inglizcha suhbatlar.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Tajribali dasturchilar arxitektura, performance va trade-off haqida gaplashadi. Bu darsda murakkabroq texnik suhbatlarda ishlatiladigan iboralarni mashq qilamiz.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[arkitekcher]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Tuzilma (loyiha)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[arkitekcher]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Tuzilma (loyiha)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[perfomans]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Samaradorlik (tezlik)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[treyd-of]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Murosa (afzallik-kamchilik)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[skeylabl]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Kengayuvchan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[meynteyn]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Saqlab turish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[optimayz]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Optimallashtirish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[botlnek]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To'siq (sekinlik joyi)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[treyd]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Almashtirish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approach is more scalable."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yondashuv ko'proq kengayuvchan.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"There is a performance bottleneck."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yerda samaradorlik to'sig'i bor.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"Every choice has a trade-off."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tanlovning murosasi bor.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is slow under load.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yuk ostida sekin.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may be a bottleneck.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To'siq bo'lishi mumkin.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optimize it?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optimallashtira olamizmi?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but there's a trade-off.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lekin murosasi bor.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“Tuzilma (loyiha)”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 yondashuv ko'proq kengayuvchan.»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Performance · Trade-off · Scalable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“Architecture”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«Advanced Developer Conversation»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Performance va Trade-off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Developer Conversation</dc:title>
  <dc:subject>PptxGenJS Presentation</dc:subject>
  <dc:creator>IT Shaharcha</dc:creator>
  <cp:lastModifiedBy>IT Shaharcha</cp:lastModifiedBy>
  <cp:revision>1</cp:revision>
  <dcterms:created xsi:type="dcterms:W3CDTF">2026-06-17T02:15:56Z</dcterms:created>
  <dcterms:modified xsi:type="dcterms:W3CDTF">2026-06-17T02:15:56Z</dcterms:modified>
</cp:coreProperties>
</file>