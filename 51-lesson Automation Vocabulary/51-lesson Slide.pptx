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Vocabulary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Avtomatlashtirish terminlari: automation, workflow, trigger va integration.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51-dars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Avtomatlashtirish takroriy ishlarni mashinaga topshirish demakdir. workflow, trigger, integration kabi so'zlar bu sohaning tilidir. Bu darsda avtomatlashtirish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[otomeyshn]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Avtomatlashtirish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51-dars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51-dars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[otomeyshn]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Avtomatlashtirish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[verkflou]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jarayoni (oqim)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[triger]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tushiruvchi (sabab)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[integreyshn]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Birlashtirish (xizmatlar)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[skejul]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(vaqt)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[akshn]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[task]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(avtomat dastur)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51-dars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"Automate this repetitive task."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takroriy vazifani avtomatlashtiring.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trigger starts the workflow."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tushiruvchi jarayonni boshlaydi.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"Schedule the task for every morning."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Vazifani har ertaga rejalashtiring.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51-dars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do this task every day.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bu vazifani har kuni qilaman.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automate it.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avtomatlashtirsang bo'ladi.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start?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qanday boshlanadi?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trigger runs the workflow.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tushiruvchi jarayonni boshlaydi.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51-dars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“Avtomatlashtirish”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«Bu takroriy vazifani avtomatlashtiring.»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Workflow · Trigger · Integration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“Automation”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51-dars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«Automation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Workflow va Trigger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Vocabulary</dc:title>
  <dc:subject>PptxGenJS Presentation</dc:subject>
  <dc:creator>IT Shaharcha</dc:creator>
  <cp:lastModifiedBy>IT Shaharcha</cp:lastModifiedBy>
  <cp:revision>1</cp:revision>
  <dcterms:created xsi:type="dcterms:W3CDTF">2026-06-17T02:15:46Z</dcterms:created>
  <dcterms:modified xsi:type="dcterms:W3CDTF">2026-06-17T02:15:46Z</dcterms:modified>
</cp:coreProperties>
</file>