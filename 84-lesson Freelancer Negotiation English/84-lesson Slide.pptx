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Freelancer Negotiation English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kelishish va project discussion qilish iboralari.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Frilanser narx va shartlarni kelishishi kerak. price, rate, deadline, scope kabi so'zlar muzokarada uchraydi. Bu darsda muzokara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Negotiate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[nigoshiyeyt]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Kelishuv olib borish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[nigoshiyeyt]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Kelishuv olib borish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[reyt]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(soatlik/loyiha)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[bajet]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Byudjet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[skoup]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hajmi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[dedlayn]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Muddat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[ofer]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Taklif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[agriment]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Kelishuv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[diskaunt]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Chegirma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your budget for this?"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Buning byudjeti qancha?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rate is thirty dollars per hour."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 narxim soatiga o'ttiz dollar.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agree on the scope first."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ish hajmini kelishaylik.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price?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Narxingiz qancha?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dollars per hour.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Soatiga o'ttiz dollar.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give a discount?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Chegirma bera olasizmi?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for a long project.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uzoq loyiha uchun.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“Kelishuv olib borish”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«Buning byudjeti qancha?»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Rate · Budget · Scope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“Negotiate”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«Freelancer Negotiation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Negotiate, Rate va Budget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Freelancer Negotiation English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