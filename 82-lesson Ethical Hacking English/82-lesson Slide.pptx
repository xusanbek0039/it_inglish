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Hacking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 xakerlik terminlari: penetration testing, vulnerability, exploit va patch.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82-dars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 xakerlik tizimlarni himoya qilish uchun ularni sinaydi. penetration test, vulnerability, patch kabi so'zlar bu sohaning tilidir. Bu darsda etik xakerlik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Ethical hacking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[etikal haking]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Qonuniy xakerlik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82-dars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82-dars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hacking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[etikal haking]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Qonuniy xakerlik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Penetration test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[penetreyshn test]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Kirib sinash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[vulnerabiliti]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Zaiflik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Exploit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[eksployt]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Zaiflikdan foydalanish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[pach]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Tuzatma (xavfsizlik)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[skan]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Skanerlash (tekshirish)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[sikyur]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[riport]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82-dars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"Run a penetration test."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Kirib sinash o'tkazing.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"Find and fix the vulnerability."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Zaiflikni toping va tuzating.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"Apply the security patch."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 tuzatmasini o'rnating.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82-dars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an ethical hacker do?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 xaker nima qiladi?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Finds weaknesses in systems.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Tizimlardagi zaifliklarni topadi.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what?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them so they get fixed.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Ularni xabar qiladi, toki tuzatilsin.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82-dars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“Qonuniy xakerlik”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«Kirib sinash o'tkazing.»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Penetration test · Vulnerability · Exploit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“Ethical hacking”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82-dars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«Ethical Hacking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hacking, Penetration test va Vulnerability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Ethical Hacking English</dc:title>
  <dc:subject>PptxGenJS Presentation</dc:subject>
  <dc:creator>IT Shaharcha</dc:creator>
  <cp:lastModifiedBy>IT Shaharcha</cp:lastModifiedBy>
  <cp:revision>1</cp:revision>
  <dcterms:created xsi:type="dcterms:W3CDTF">2026-06-17T02:15:55Z</dcterms:created>
  <dcterms:modified xsi:type="dcterms:W3CDTF">2026-06-17T02:15:55Z</dcterms:modified>
</cp:coreProperties>
</file>