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Computer Vocabulary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va uning asosiy qismlari nomlari bilan inglizcha tanishuv: monitor, keyboard, CPU va boshqalar.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dasturchi kompyuter qismlarining inglizcha nomlarini bilishi shart. Monitor, keyboard, mouse kabi so'zlar texnik suhbatlarda, qo'llanmalarda va do'kon ta'riflarida doimo uchraydi. Bu darsda kompyuterning asosiy qismlarini inglizcha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[monitor]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/ displey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[monitor]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/ displey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Keyboard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[kiybord]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Klaviatura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Mouse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[maus]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Sichqoncha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[si-pi-yu]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protsessor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[rem]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Tezkor xotira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Motherboard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[mazerbord]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 plata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drive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[hard drayv]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Qattiq disk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supply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[pauer supplay]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Quvvat manbai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monitor is not working."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ishlamayapti.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need more RAM for this program."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dastur uchun menga ko'proq tezkor xotira kerak.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"Connect the keyboard to the computer."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Klaviaturani kompyuterga ulang.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parts does a computer have?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Kompyuterda qanday qismlar bor?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has a monitor, keyboard, CPU and RAM.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Unda monitor, klaviatura, protsessor va xotira bor.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part is the brain?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Qaysi qism uning miyasi?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CPU — it does all the calculations.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— u barcha hisob-kitoblarni bajaradi.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“Ekran / displey”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«Monitor ishlamayapti.»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Keyboard · Mouse · CPU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“Monitor”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«Basic Computer Vocabulary»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Keyboard va Mouse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Computer Vocabulary</dc:title>
  <dc:subject>PptxGenJS Presentation</dc:subject>
  <dc:creator>IT Shaharcha</dc:creator>
  <cp:lastModifiedBy>IT Shaharcha</cp:lastModifiedBy>
  <cp:revision>1</cp:revision>
  <dcterms:created xsi:type="dcterms:W3CDTF">2026-06-17T02:15:28Z</dcterms:created>
  <dcterms:modified xsi:type="dcterms:W3CDTF">2026-06-17T02:15:28Z</dcterms:modified>
</cp:coreProperties>
</file>