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 terminlari: interface, user experience, layout, animation, button, prototype.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(interfeys) va UX (foydalanuvchi tajribasi) — dizaynning ikki tomoni. layout, prototype, animation kabi so'zlar dizaynerlar tilidir. Bu darsda UI/UX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[interfeys]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(ko'rinish)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[interfeys]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(ko'rinish)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[yuzer ikspiriens]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tajribasi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[leyaut]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[animeyshn]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Animatsiya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[batn]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[prototayp]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Namuna (dastlabki)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[vayerfreym]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Sxema (qoralama)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[yuzabiliti]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Qulaylik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interface must be simple."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sodda bo'lishi kerak.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"Good UX makes users happy."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UX foydalanuvchini xursand qiladi.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prototype first."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Avval namuna yarating.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find the app confusing.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 ilovani chalkash deyapti.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UX needs improvement.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yaxshilanishi kerak.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we start?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Qayerdan boshlaymiz?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a prototype.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Keling, namuna yasaymiz.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“Interfeys (ko'rinish)”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«Interfeys sodda bo'lishi kerak.»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User experience · Layout · Animation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“Interface”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27-dars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«UI/UX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User experience va Layout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UI/UX English</dc:title>
  <dc:subject>PptxGenJS Presentation</dc:subject>
  <dc:creator>IT Shaharcha</dc:creator>
  <cp:lastModifiedBy>IT Shaharcha</cp:lastModifiedBy>
  <cp:revision>1</cp:revision>
  <dcterms:created xsi:type="dcterms:W3CDTF">2026-06-17T02:16:58Z</dcterms:created>
  <dcterms:modified xsi:type="dcterms:W3CDTF">2026-06-17T02:16:58Z</dcterms:modified>
</cp:coreProperties>
</file>