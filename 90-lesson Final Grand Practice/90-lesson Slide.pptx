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Grand Practice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speaking, listening, vocabulary va project presentation amaliyoti.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yakuniy dars butun kurs bo'yicha bilimni jamlaydi. Barcha mavzulardagi terminlarni takrorlaymiz, suhbat va taqdimot qilamiz. Tabriklaymiz — siz IT English asoslarini o'zlashtirdingiz!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[praktis]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[praktis]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[rivyu]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[prizent]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 qilish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[konfident]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[vokabyulari]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 boyligi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[konverseyshn]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[achivment]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Yutuq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review everything we learned."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Keling, o'rgangan hamma narsani takrorlaymiz.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"Present your final project in English."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loyihangizni ingliz tilida taqdim qiling.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can speak with confidence now."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ishonch bilan gapira olasiz.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finished the whole course!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butun kursni tugatdik!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I learned a lot of vocabulary.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men ko'p so'z o'rgandim.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present your project?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Loyihangni taqdim qila olasanmi?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in English, with confidence!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ingliz tilida, ishonch bilan!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“Amaliyot”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«Keling, o'rgangan hamma narsani takrorlaymiz.»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Review · Project · Present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“Practice”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90-dars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«Final Grand Practice»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Practice, Review va Project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Grand Practice</dc:title>
  <dc:subject>PptxGenJS Presentation</dc:subject>
  <dc:creator>IT Shaharcha</dc:creator>
  <cp:lastModifiedBy>IT Shaharcha</cp:lastModifiedBy>
  <cp:revision>1</cp:revision>
  <dcterms:created xsi:type="dcterms:W3CDTF">2026-06-17T02:15:56Z</dcterms:created>
  <dcterms:modified xsi:type="dcterms:W3CDTF">2026-06-17T02:15:56Z</dcterms:modified>
</cp:coreProperties>
</file>