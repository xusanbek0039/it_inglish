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00A0E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846320"/>
            <a:ext cx="1828800" cy="1828800"/>
          </a:xfrm>
          <a:prstGeom prst="ellipse">
            <a:avLst/>
          </a:prstGeom>
          <a:solidFill>
            <a:srgbClr val="6A2C91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6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905256" cy="905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548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«IT Shaharcha»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3736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" y="210312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E6007E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2103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— DARS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269748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Cybersecurity Basics</a:t>
            </a:r>
            <a:endParaRPr lang="en-US" sz="5000" dirty="0"/>
          </a:p>
        </p:txBody>
      </p:sp>
      <p:sp>
        <p:nvSpPr>
          <p:cNvPr id="12" name="Text 9"/>
          <p:cNvSpPr/>
          <p:nvPr/>
        </p:nvSpPr>
        <p:spPr>
          <a:xfrm>
            <a:off x="594360" y="4526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Xavfsizlik terminlari: password, encryption, secure, attack, firewall va hacker.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4360" y="594360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4" name="Shape 11"/>
          <p:cNvSpPr/>
          <p:nvPr/>
        </p:nvSpPr>
        <p:spPr>
          <a:xfrm>
            <a:off x="978408" y="594360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5" name="Shape 12"/>
          <p:cNvSpPr/>
          <p:nvPr/>
        </p:nvSpPr>
        <p:spPr>
          <a:xfrm>
            <a:off x="1362456" y="5943600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6" name="Shape 13"/>
          <p:cNvSpPr/>
          <p:nvPr/>
        </p:nvSpPr>
        <p:spPr>
          <a:xfrm>
            <a:off x="1746504" y="5943600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7" name="Shape 14"/>
          <p:cNvSpPr/>
          <p:nvPr/>
        </p:nvSpPr>
        <p:spPr>
          <a:xfrm>
            <a:off x="2130552" y="5943600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8" name="Shape 15"/>
          <p:cNvSpPr/>
          <p:nvPr/>
        </p:nvSpPr>
        <p:spPr>
          <a:xfrm>
            <a:off x="2514600" y="5943600"/>
            <a:ext cx="164592" cy="164592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9" name="Text 16"/>
          <p:cNvSpPr/>
          <p:nvPr/>
        </p:nvSpPr>
        <p:spPr>
          <a:xfrm>
            <a:off x="795528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daqiqa  ·  Boshlang'ich daraja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Ushbu darsdan so'ng siz quyidagilarni o'rganasiz: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394460" y="2194560"/>
            <a:ext cx="914400" cy="91440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772" y="2404872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mohiyati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4980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mavzu nima ekanini va nega muhimligini tushunasiz.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47472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20540" y="2194560"/>
            <a:ext cx="914400" cy="91440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2404872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1188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Yangi terminlar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367588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 muhim inglizcha so'zni o'rganasiz.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246620" y="2194560"/>
            <a:ext cx="914400" cy="91440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932" y="2404872"/>
            <a:ext cx="493776" cy="4937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3796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Iboralar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660196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ishlatiladigan tayyor gaplarni ko'rasiz.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932688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172700" y="2194560"/>
            <a:ext cx="914400" cy="91440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012" y="2404872"/>
            <a:ext cx="493776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46404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Amaliyot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952804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Suhbat va mashqlar bilan mustahkamlaysiz.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24-dars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0A0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haqida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45920"/>
            <a:ext cx="6126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Kiberxavfsizlik bugun har qachongidan muhim. password, encryption, firewall kabi so'zlar ma'lumotni himoya qilish bilan bog'liq. Bu darsda asosiy xavfsizlik terminlarini o'rganamiz.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903720" y="1645920"/>
            <a:ext cx="4754880" cy="4114800"/>
          </a:xfrm>
          <a:prstGeom prst="roundRect">
            <a:avLst>
              <a:gd name="adj" fmla="val 3111"/>
            </a:avLst>
          </a:prstGeom>
          <a:solidFill>
            <a:srgbClr val="1B2A6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7804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BUGUNGI KALIT SO'Z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78040" y="23317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F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17804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[pasword]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178040" y="374904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263680"/>
          </a:solidFill>
          <a:ln/>
        </p:spPr>
      </p:sp>
      <p:sp>
        <p:nvSpPr>
          <p:cNvPr id="12" name="Text 9"/>
          <p:cNvSpPr/>
          <p:nvPr/>
        </p:nvSpPr>
        <p:spPr>
          <a:xfrm>
            <a:off x="7406640" y="39319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Parol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24-dars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 bu mavzu muhim?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267712"/>
            <a:ext cx="448056" cy="4480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6596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ishda uchraydi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96596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terminlar kundalik dasturchilik ishida doimo qo'llaniladi.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53796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858000" y="2057400"/>
            <a:ext cx="868680" cy="86868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2267712"/>
            <a:ext cx="448056" cy="4480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5528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Hujjat va docs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795528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qo'llanmalarni mustaqil o'qiy olasiz.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4297680"/>
            <a:ext cx="868680" cy="86868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507992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6596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Xatolarni tushunish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196596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xabarlarni tushunib, muammoni tez hal qilasiz.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53796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858000" y="4297680"/>
            <a:ext cx="868680" cy="86868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4507992"/>
            <a:ext cx="448056" cy="4480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95528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Muloqot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795528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va mijozlar bilan ingliz tilida erkin gaplashasiz.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50000"/>
            </a:avLst>
          </a:prstGeom>
          <a:solidFill>
            <a:srgbClr val="1B2A6B"/>
          </a:solidFill>
          <a:ln/>
        </p:spPr>
      </p:sp>
      <p:sp>
        <p:nvSpPr>
          <p:cNvPr id="27" name="Text 20"/>
          <p:cNvSpPr/>
          <p:nvPr/>
        </p:nvSpPr>
        <p:spPr>
          <a:xfrm>
            <a:off x="868680" y="58064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MASLAHAT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Terminlarni gap ichida, real misollar bilan o'rganing — shunda esda yaxshi qoladi.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24-dars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854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terminlar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" y="178308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Password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83464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[pasword]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Parol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2" name="Shape 9"/>
          <p:cNvSpPr/>
          <p:nvPr/>
        </p:nvSpPr>
        <p:spPr>
          <a:xfrm>
            <a:off x="786384" y="2642616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Encryption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83464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[inkripshn]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11480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Shifrlash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7" name="Shape 14"/>
          <p:cNvSpPr/>
          <p:nvPr/>
        </p:nvSpPr>
        <p:spPr>
          <a:xfrm>
            <a:off x="786384" y="3502152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83464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[sikyur]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11480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Xavfsiz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2" name="Shape 19"/>
          <p:cNvSpPr/>
          <p:nvPr/>
        </p:nvSpPr>
        <p:spPr>
          <a:xfrm>
            <a:off x="786384" y="4361688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23" name="Text 20"/>
          <p:cNvSpPr/>
          <p:nvPr/>
        </p:nvSpPr>
        <p:spPr>
          <a:xfrm>
            <a:off x="109728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Attack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83464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[attak]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11480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Hujum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53796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7" name="Shape 24"/>
          <p:cNvSpPr/>
          <p:nvPr/>
        </p:nvSpPr>
        <p:spPr>
          <a:xfrm>
            <a:off x="6775704" y="178308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8" name="Text 25"/>
          <p:cNvSpPr/>
          <p:nvPr/>
        </p:nvSpPr>
        <p:spPr>
          <a:xfrm>
            <a:off x="708660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Firewall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82396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[fayervol]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1010412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Himoya devori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53796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2" name="Shape 29"/>
          <p:cNvSpPr/>
          <p:nvPr/>
        </p:nvSpPr>
        <p:spPr>
          <a:xfrm>
            <a:off x="6775704" y="2642616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33" name="Text 30"/>
          <p:cNvSpPr/>
          <p:nvPr/>
        </p:nvSpPr>
        <p:spPr>
          <a:xfrm>
            <a:off x="708660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Hacker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82396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[haker]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1010412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Buzg'unchi (hacker)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53796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7" name="Shape 34"/>
          <p:cNvSpPr/>
          <p:nvPr/>
        </p:nvSpPr>
        <p:spPr>
          <a:xfrm>
            <a:off x="6775704" y="3502152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38" name="Text 35"/>
          <p:cNvSpPr/>
          <p:nvPr/>
        </p:nvSpPr>
        <p:spPr>
          <a:xfrm>
            <a:off x="708660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Vulnerability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82396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[vulnerabiliti]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1010412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Zaiflik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53796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42" name="Shape 39"/>
          <p:cNvSpPr/>
          <p:nvPr/>
        </p:nvSpPr>
        <p:spPr>
          <a:xfrm>
            <a:off x="6775704" y="4361688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43" name="Text 40"/>
          <p:cNvSpPr/>
          <p:nvPr/>
        </p:nvSpPr>
        <p:spPr>
          <a:xfrm>
            <a:off x="708660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82396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[otentikeyshn]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1010412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Shaxsni tasdiqlash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24-dars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Foydali iboralar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gap ichida — aynan shunday ular real ishda ishlatiladi: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034540"/>
            <a:ext cx="822960" cy="82296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23570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80" y="1993392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"Use a strong password."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2011680" y="2542032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Kuchli paroldan foydalaning.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355848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14400" y="3561588"/>
            <a:ext cx="822960" cy="82296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762756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11680" y="3520440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"Encryption keeps data secure."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2011680" y="4069080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Shifrlash ma'lumotni xavfsiz saqlaydi.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4882896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14400" y="5088636"/>
            <a:ext cx="822960" cy="82296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289804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011680" y="5047488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firewall blocks attacks."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2011680" y="5596128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Himoya devori hujumlarni to'sadi.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24-dars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suhbat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Mavzuga oid qisqa suhbat: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1943100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9431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554480" y="1783080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874520" y="19202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my data safe?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874520" y="23774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Ma'lumotim xavfsizmi?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820095" y="3159252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820095" y="31592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3047695" y="2999232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67735" y="313639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Yes, it's encrypted.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67735" y="359359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Ha, u shifrlangan.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4375404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43754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554480" y="4215384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874520" y="435254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about attacks?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874520" y="480974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Hujumlar-chi?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0820095" y="5591556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0820095" y="559155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3047695" y="5431536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367735" y="556869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firewall protects us.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367735" y="602589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Himoya devori bizni himoya qiladi.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24-dars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mashq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33372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18333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160020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“Parol” — inglizchasi qaysi so'z?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670048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903220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9032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17320" y="2670048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Tarjima qiling: «Kuchli paroldan foydalaning.»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739896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4672" y="3973068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39730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417320" y="3739896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keltiring: Encryption · Secure · Attack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4809744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4672" y="5042916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20" name="Text 17"/>
          <p:cNvSpPr/>
          <p:nvPr/>
        </p:nvSpPr>
        <p:spPr>
          <a:xfrm>
            <a:off x="804672" y="50429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17320" y="4809744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“Password” so'zi bilan bitta inglizcha gap tuzing.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772400" y="1600200"/>
            <a:ext cx="3867912" cy="4498848"/>
          </a:xfrm>
          <a:prstGeom prst="roundRect">
            <a:avLst>
              <a:gd name="adj" fmla="val 3310"/>
            </a:avLst>
          </a:prstGeom>
          <a:solidFill>
            <a:srgbClr val="E8541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20240"/>
            <a:ext cx="640080" cy="640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82396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 vazifasi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8092440" y="278892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 o'rgangan barcha terminlarni daftaringizga yozing va har biri bilan bittadan inglizcha gap tuzing.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8092440" y="5029200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8092440" y="502920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darsda tekshiramiz!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24-dars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6A2C9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657600" cy="36576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37215" y="45720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367" y="530352"/>
            <a:ext cx="813816" cy="8138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Esda saqlang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85800" y="1554480"/>
            <a:ext cx="146304" cy="146304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Shape 5"/>
          <p:cNvSpPr/>
          <p:nvPr/>
        </p:nvSpPr>
        <p:spPr>
          <a:xfrm>
            <a:off x="1051560" y="155448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9" name="Shape 6"/>
          <p:cNvSpPr/>
          <p:nvPr/>
        </p:nvSpPr>
        <p:spPr>
          <a:xfrm>
            <a:off x="1417320" y="1554480"/>
            <a:ext cx="146304" cy="146304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0" name="Shape 7"/>
          <p:cNvSpPr/>
          <p:nvPr/>
        </p:nvSpPr>
        <p:spPr>
          <a:xfrm>
            <a:off x="1783080" y="1554480"/>
            <a:ext cx="146304" cy="146304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1" name="Shape 8"/>
          <p:cNvSpPr/>
          <p:nvPr/>
        </p:nvSpPr>
        <p:spPr>
          <a:xfrm>
            <a:off x="2148840" y="1554480"/>
            <a:ext cx="146304" cy="146304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2" name="Shape 9"/>
          <p:cNvSpPr/>
          <p:nvPr/>
        </p:nvSpPr>
        <p:spPr>
          <a:xfrm>
            <a:off x="2514600" y="1554480"/>
            <a:ext cx="146304" cy="146304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21488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2295144"/>
            <a:ext cx="548640" cy="54864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44144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45920" y="2148840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«Cybersecurity Basics» bo'yicha 8 ta muhim termin o'rgandingiz.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40080" y="319125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868680" y="3337560"/>
            <a:ext cx="548640" cy="54864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48386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3191256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So'zlarni kontekst — gap ichida yodlang, alohida emas.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40080" y="4233672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868680" y="4379976"/>
            <a:ext cx="548640" cy="54864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52628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45920" y="4233672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Kod, hujjat va ish — barchasi ingliz tilini talab qiladi.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40080" y="527608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868680" y="5422392"/>
            <a:ext cx="548640" cy="54864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5568696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45920" y="5276088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Password, Encryption va Secure kabi so'zlarni ishlatib ko'ring.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Rahmat! Mashq qilishni unutmang.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Cybersecurity Basics</dc:title>
  <dc:subject>PptxGenJS Presentation</dc:subject>
  <dc:creator>IT Shaharcha</dc:creator>
  <cp:lastModifiedBy>IT Shaharcha</cp:lastModifiedBy>
  <cp:revision>1</cp:revision>
  <dcterms:created xsi:type="dcterms:W3CDTF">2026-06-17T02:15:37Z</dcterms:created>
  <dcterms:modified xsi:type="dcterms:W3CDTF">2026-06-17T02:15:37Z</dcterms:modified>
</cp:coreProperties>
</file>