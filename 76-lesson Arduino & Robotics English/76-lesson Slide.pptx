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 &amp; Robotics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Robototexnika terminlari: sensor, motor, circuit va microcontroller.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va robototexnika apparat va dasturni birlashtiradi. sensor, motor, circuit kabi so'zlar bu sohaning tilidir. Bu darsda robototexnika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[sensor]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Sezgich (datchik)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[sensor]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Sezgich (datchik)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[motor]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Dvigatel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[sörkit]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 zanjiri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Microcontroller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[maykrokontroller]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Mikrokontroller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[bord]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[vayer]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[signal]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[koud]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(dastur)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"Connect the sensor to the board."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Sezgichni plataga ulang.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motor turns when powered."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Dvigatel quvvat berilganda aylanadi.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"Upload the code to the microcontroller."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Kodni mikrokontrollerga yuklang.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robot see?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qanday ko'radi?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sensor.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Sezgich bilan.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does it move?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harakatlanadi?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motor moves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Dvigatel uni harakatlantiradi.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“Sezgich (datchik)”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«Sezgichni plataga ulang.»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Motor · Circuit · Microcontroller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“Sensor”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76-dars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«Arduino &amp; Robotics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Sensor, Motor va Circuit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&amp; Robotics English</dc:title>
  <dc:subject>PptxGenJS Presentation</dc:subject>
  <dc:creator>IT Shaharcha</dc:creator>
  <cp:lastModifiedBy>IT Shaharcha</cp:lastModifiedBy>
  <cp:revision>1</cp:revision>
  <dcterms:created xsi:type="dcterms:W3CDTF">2026-06-17T02:15:54Z</dcterms:created>
  <dcterms:modified xsi:type="dcterms:W3CDTF">2026-06-17T02:15:54Z</dcterms:modified>
</cp:coreProperties>
</file>