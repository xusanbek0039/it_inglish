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Components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komponentlari: modal, card, navbar, sidebar, dropdown va accordion.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Interfeyslar tayyor bo'laklardan quriladi. modal, card, navbar kabi komponentlar har bir saytda uchraydi. Bu darsda UI komponentlari nomlarini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[modal]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Qalqib chiquvchi oyna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[modal]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Qalqib chiquvchi oyna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[kard]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 (ma'lumot bloki)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[navbar]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menyu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[saydbar]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 panel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[dropdaun]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Ochiluvchi ro'yxat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[akordion]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Yig'iladigan bo'lim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[batn]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Tooltip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[tultip]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(eslatma)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"Show a modal when the user clicks."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bosganda oyna ko'rsating.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"Put the menu in the navbar."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Menyuni yuqori panelga qo'ying.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a dropdown for the options."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 uchun ochiluvchi ro'yxat ishlating.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the menu go?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 qayerda bo'lsin?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navbar at the top.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Yuqoridagi navbar'da.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extra options?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variantlar-chi?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them in a dropdown.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Ularni ochiluvchi ro'yxatga qo'y.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“Qalqib chiquvchi oyna”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«Foydalanuvchi bosganda oyna ko'rsating.»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Card · Navbar · Sidebar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“Modal”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«UI Components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Modal, Card va Navbar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Components English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