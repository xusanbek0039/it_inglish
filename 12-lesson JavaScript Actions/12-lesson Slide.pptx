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Actions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amallari: create, return, call, execute, render va fetch.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JavaScript'da biz funksiyalarni chaqiramiz, qiymat qaytaramiz, ma'lumot olamiz. create, return, fetch kabi fe'llar kod va qo'llanmalarda doimo uchraydi. Bu darsda JS amallarini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[krieyt]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[krieyt]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[ritörn]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Chaqirish (funksiyani)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[eksikyut]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[render]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Chizish / ko'rsatish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olish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[apdeyt]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[hendl]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Boshqarish (hodisani)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"Call the function when the button is clicked."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 bosilganda funksiyani chaqiring.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code fetches data from the server."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kod serverdan ma'lumot oladi.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function returns true."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'rost' qaytaradi.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data from the server?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Serverdan ma'lumotni qanday olaman?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fetch to request it.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So'rash uchun fetch ishlat.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what?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function returns the data.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ma'lumotni qaytaradi.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“Yaratish”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«Tugma bosilganda funksiyani chaqiring.»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Return · Call · Execute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«JavaScript Actions»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Return va Call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Actions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