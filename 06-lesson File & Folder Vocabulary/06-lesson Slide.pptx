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&amp; Folder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va papkalar bilan ishlash: file, folder, save, rename, extension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Kompyuterdagi barcha ma'lumotlar fayllar va papkalarda saqlanadi. Saqlash, nomini o'zgartirish, ko'chirish kabi amallarning inglizcha nomlarini bilish kundalik ishni osonlashtiradi.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[fayl]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[fayl]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[folder]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[direktori]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/ papka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[ikstenshn]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turi (.txt, .jpg)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[seyv]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[rineym]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Nomini o'zgartirish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[muv]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Ko'chirish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[shortkat]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Yorliq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"Save the file in this folder."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Faylni shu papkaga saqlang.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"Rename the file to 'report'."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nomini 'report' ga o'zgartiring.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file extension?"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turi qanaqa?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you save the document?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qayerga saqlading?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Documents folder.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Hujjatlar papkasiga.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rename this file?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fayl nomini o'zgartira olasanmi?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Sure, what name do you want?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Albatta, qanday nom xohlaysan?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“Fayl”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«Faylni shu papkaga saqlang.»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Folder · Directory · Extension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“File”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«File &amp; Folder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Folder va Directory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&amp; Folder Vocabulary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