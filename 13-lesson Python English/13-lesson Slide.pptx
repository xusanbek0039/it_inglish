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ishlatiladigan asosiy inglizcha terminlar va buyruqlar: print, input, list, dict.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o'rganish oson va kuchli dasturlash tili. print, input, list kabi buyruqlar inglizcha so'zlardan iborat. Bu darsda Python'ning asosiy so'zlarini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[print]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Ekranga chiqarish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[print]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Ekranga chiqarish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[input]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Foydalanuvchidan kiritish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[dikshnari]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 (kalit-qiymat)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[modyul]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(kutubxona)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[import]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Chaqirish (modulni)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[indent]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joy (chekinish)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[reynj]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(sonlar)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"Print the result to the screen."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ekranga chiqaring.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"Get the input from the user."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Foydalanuvchidan ma'lumot oling.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"Import the math module."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modulini chaqiring.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show text in Python?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matnni qanday ko'rsataman?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print function.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funksiyasidan foydalan.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store many items?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elementni qanday saqlayman?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list.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foydalan.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“Ekranga chiqarish”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«Natijani ekranga chiqaring.»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Input · List · Dictionary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“Print”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«Python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Input va List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English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