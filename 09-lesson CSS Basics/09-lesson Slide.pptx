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Basics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terminlari: color, background, margin, padding, border, width va height.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veb-sahifalarni chiroyli qiladi — ranglar, masofalar, o'lchamlar. margin, padding, border kabi so'zlarni bilmasdan dizayn qilib bo'lmaydi. Bu darsda CSS'ning asosiy tushunchalarini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[kalor]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rangi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[kalor]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rangi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[bekgraund]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Orqa fon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[marjin]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masofa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[pedding]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masofa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[border]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 (ramka)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[vidth]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[hayt]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Bo'yi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Shrift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"Change the background color to blue."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Orqa fon rangini ko'kka o'zgartiring.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some padding inside the box."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 ichiga biroz masofa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"Set the width to 100 percent."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Enini 100 foizga belgilang.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add space inside a box?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 ichiga qanday joy qo'shaman?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padding for inside space.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joy uchun padding ishlat.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outside the box?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 tashqarisiga-chi?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margin.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margin bo'ladi.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“Matn rangi”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«Orqa fon rangini ko'kka o'zgartiring.»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Background · Margin · Padding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“Color”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«CSS Basics»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Background va Margin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Basics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