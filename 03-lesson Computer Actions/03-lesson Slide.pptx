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Actions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Kompyuterda bajariladigan amallar: click, open, install, delete va boshqa harakat fe'llari.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bilan ishlaganda biz doimo amallar bajaramiz: bosamiz, ochamiz, o'rnatamiz, o'chiramiz. Bu amallarning inglizcha nomlari (fe'llar) interfeyslar, tugmalar va qo'llanmalarda eng ko'p uchraydigan so'zlardir.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[klik]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Bosish (sichqoncha bilan)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[klik]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Bosish (sichqoncha bilan)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[oupen]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[klouz]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Yopish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[instol]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[dilit]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O'chirish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[kopi]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Nusxalash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[peyst]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Joylashtirish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[ristart]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ishga tushirish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"Click the button to start."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Boshlash uchun tugmani bosing.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"Please install this program."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Iltimos, bu dasturni o'rnating.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"Delete the old files."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fayllarni o'chiring.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open this file?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faylni qanday ochaman?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double-click on it.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Shunchaki ustiga ikki marta bosing.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how do I remove it?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qanday o'chiraman?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it and press delete.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Belgilang va o'chirish tugmasini bosing.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“Bosish (sichqoncha bilan)”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«Boshlash uchun tugmani bosing.»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Open · Close · Install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“Click”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«Computer Actions»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Open va Close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Actions</dc:title>
  <dc:subject>PptxGenJS Presentation</dc:subject>
  <dc:creator>IT Shaharcha</dc:creator>
  <cp:lastModifiedBy>IT Shaharcha</cp:lastModifiedBy>
  <cp:revision>1</cp:revision>
  <dcterms:created xsi:type="dcterms:W3CDTF">2026-06-17T02:15:29Z</dcterms:created>
  <dcterms:modified xsi:type="dcterms:W3CDTF">2026-06-17T02:15:29Z</dcterms:modified>
</cp:coreProperties>
</file>