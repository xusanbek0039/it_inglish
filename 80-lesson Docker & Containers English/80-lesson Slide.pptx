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&amp; Containers English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terminlari: docker image, container, volume va compose.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80-dars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ilovalarni idishlarga joylab, har joyda bir xil ishlatadi. image, container, volume kabi so'zlar Docker'ning asosidir. Bu darsda Docker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[doker]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Idish texnologiyasi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80-dars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80-dars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[doker]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Idish texnologiyasi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[imij]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 (tayyor shablon)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[konteyner]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Idish (ishlaydigan nusxa)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[volyum]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Saqlash (ma'lumot joyi)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[kompouz]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Birga ishga tushirish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[bild]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Yig'ish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[port]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(ulanish nuqtasi)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[rejistri]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Ombor (image'lar)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80-dars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"Build a Docker image."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tasvirini yig'ing.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"Run the container on port 3000."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Idishni 3000-portda ishga tushiring.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"Store data in a volume."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Ma'lumotni volume'da saqlang.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80-dars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Docker?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Docker ishlatamiz?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runs the app the same everywhere.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ilovani hamma joyda bir xil ishlatadi.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container?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Idish nima?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running copy of an image.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Tasvirning ishlaydigan nusxasi.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80-dars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“Idish texnologiyasi”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«Docker tasvirini yig'ing.»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Image · Container · Volume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“Docker”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80-dars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«Docker &amp; Containers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Image va Container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&amp; Containers English</dc:title>
  <dc:subject>PptxGenJS Presentation</dc:subject>
  <dc:creator>IT Shaharcha</dc:creator>
  <cp:lastModifiedBy>IT Shaharcha</cp:lastModifiedBy>
  <cp:revision>1</cp:revision>
  <dcterms:created xsi:type="dcterms:W3CDTF">2026-06-17T02:15:55Z</dcterms:created>
  <dcterms:modified xsi:type="dcterms:W3CDTF">2026-06-17T02:15:55Z</dcterms:modified>
</cp:coreProperties>
</file>