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Installation English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o'rnatish va konfiguratsiya qilishdagi inglizcha tushunchalar.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o'rnatish ko'p qadamlardan iborat. download, install, setup, configure kabi so'zlar bu jarayonda uchraydi. Bu darsda o'rnatish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[daunloud]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Yuklab olish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[daunloud]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Yuklab olish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[instol]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[setap]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Sozlash (o'rnatish)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[konfigyur]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Sozlamalarni o'rnatish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Uninstall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[aninstol]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O'chirib tashlash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[laysens]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Litsenziya (ruxsat)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[vizard]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 yordamchisi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"Download and install the program."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Dasturni yuklab oling va o'rnating.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"Follow the setup wizard."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 yordamchisiga rioya qiling.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"Configure the settings after install."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O'rnatgandan keyin sozlamalarni belgilang.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get this software?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dasturni qanday olaman?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it from the website.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saytdan yuklab ol.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what?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setup and install it.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O'rnatishni ishga tushirib, o'rnat.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“Yuklab olish”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«Dasturni yuklab oling va o'rnating.»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Install · Setup · Configure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“Download”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«Software Installation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Install va Setup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Installation English</dc:title>
  <dc:subject>PptxGenJS Presentation</dc:subject>
  <dc:creator>IT Shaharcha</dc:creator>
  <cp:lastModifiedBy>IT Shaharcha</cp:lastModifiedBy>
  <cp:revision>1</cp:revision>
  <dcterms:created xsi:type="dcterms:W3CDTF">2026-06-17T02:15:53Z</dcterms:created>
  <dcterms:modified xsi:type="dcterms:W3CDTF">2026-06-17T02:15:53Z</dcterms:modified>
</cp:coreProperties>
</file>