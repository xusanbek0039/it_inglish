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Attack Terms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Hujum terminlari: malware, phishing, ransomware va brute force attack.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Kiberhujumlar ma'lumot va tizimga tahdid soladi. malware, phishing, ransomware kabi so'zlarni bilish himoyalanishga yordam beradi. Bu darsda hujum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Malware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[malveyr]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dastur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81-dars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[malveyr]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dastur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[fishing]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Aldov (soxta sayt)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[ransomveyr]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talab qiluvchi virus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 force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[brut fors]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Parolni majburlash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[virus]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Tahdid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[brich]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Buzilish (xavfsizlik)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[spam]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Keraksiz xat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81-dars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"Don't click phishing links."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Aldov havolalarni bosmang.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"Malware can steal your data."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Zararli dastur ma'lumotingizni o'g'irlashi mumkin.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strong password stops brute force."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parol majburlashni to'xtatadi.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got a strange email.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 g'alati xat keldi.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might be phishing.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aldov bo'lishi mumkin.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I click the link?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Havolani bosaymi?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No, never click it.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Yo'q, hech qachon bosma.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“Zararli dastur”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«Aldov havolalarni bosmang.»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Phishing · Ransomware · Brute force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“Malware”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«Cyber Attack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Malware, Phishing va Ransomware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Attack Terms</dc:title>
  <dc:subject>PptxGenJS Presentation</dc:subject>
  <dc:creator>IT Shaharcha</dc:creator>
  <cp:lastModifiedBy>IT Shaharcha</cp:lastModifiedBy>
  <cp:revision>1</cp:revision>
  <dcterms:created xsi:type="dcterms:W3CDTF">2026-06-17T02:15:55Z</dcterms:created>
  <dcterms:modified xsi:type="dcterms:W3CDTF">2026-06-17T02:15:55Z</dcterms:modified>
</cp:coreProperties>
</file>